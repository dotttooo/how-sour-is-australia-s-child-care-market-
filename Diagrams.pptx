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6" r:id="rId7"/>
    <p:sldId id="259" r:id="rId8"/>
    <p:sldId id="267" r:id="rId9"/>
    <p:sldId id="268" r:id="rId10"/>
    <p:sldId id="258" r:id="rId11"/>
    <p:sldId id="260" r:id="rId12"/>
    <p:sldId id="262" r:id="rId13"/>
    <p:sldId id="263" r:id="rId14"/>
    <p:sldId id="264" r:id="rId15"/>
    <p:sldId id="265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thy Hou" userId="3a8e4b93-b53d-4bd1-9b43-521f3d7712b0" providerId="ADAL" clId="{167A8EEA-5A20-4677-A031-4D92B4F9CE28}"/>
    <pc:docChg chg="undo custSel addSld delSld modSld sldOrd">
      <pc:chgData name="Dorothy Hou" userId="3a8e4b93-b53d-4bd1-9b43-521f3d7712b0" providerId="ADAL" clId="{167A8EEA-5A20-4677-A031-4D92B4F9CE28}" dt="2026-10-18T12:41:58.423" v="7320" actId="1076"/>
      <pc:docMkLst>
        <pc:docMk/>
      </pc:docMkLst>
      <pc:sldChg chg="addSp delSp modSp mod">
        <pc:chgData name="Dorothy Hou" userId="3a8e4b93-b53d-4bd1-9b43-521f3d7712b0" providerId="ADAL" clId="{167A8EEA-5A20-4677-A031-4D92B4F9CE28}" dt="2026-10-18T12:41:58.423" v="7320" actId="1076"/>
        <pc:sldMkLst>
          <pc:docMk/>
          <pc:sldMk cId="2943838196" sldId="258"/>
        </pc:sldMkLst>
        <pc:spChg chg="add mod">
          <ac:chgData name="Dorothy Hou" userId="3a8e4b93-b53d-4bd1-9b43-521f3d7712b0" providerId="ADAL" clId="{167A8EEA-5A20-4677-A031-4D92B4F9CE28}" dt="2026-09-28T01:14:31.553" v="1861" actId="164"/>
          <ac:spMkLst>
            <pc:docMk/>
            <pc:sldMk cId="2943838196" sldId="258"/>
            <ac:spMk id="3" creationId="{2F151998-AC63-28EC-383C-152F7F9DDB82}"/>
          </ac:spMkLst>
        </pc:spChg>
        <pc:spChg chg="add mod">
          <ac:chgData name="Dorothy Hou" userId="3a8e4b93-b53d-4bd1-9b43-521f3d7712b0" providerId="ADAL" clId="{167A8EEA-5A20-4677-A031-4D92B4F9CE28}" dt="2026-09-28T01:14:31.553" v="1861" actId="164"/>
          <ac:spMkLst>
            <pc:docMk/>
            <pc:sldMk cId="2943838196" sldId="258"/>
            <ac:spMk id="4" creationId="{99B47974-D03C-3AA4-E640-66BEF2C5D615}"/>
          </ac:spMkLst>
        </pc:spChg>
        <pc:spChg chg="add mod">
          <ac:chgData name="Dorothy Hou" userId="3a8e4b93-b53d-4bd1-9b43-521f3d7712b0" providerId="ADAL" clId="{167A8EEA-5A20-4677-A031-4D92B4F9CE28}" dt="2026-09-28T01:14:31.553" v="1861" actId="164"/>
          <ac:spMkLst>
            <pc:docMk/>
            <pc:sldMk cId="2943838196" sldId="258"/>
            <ac:spMk id="7" creationId="{0CA9E94E-7B1A-5314-57CD-26BC3396144C}"/>
          </ac:spMkLst>
        </pc:spChg>
        <pc:spChg chg="add mod">
          <ac:chgData name="Dorothy Hou" userId="3a8e4b93-b53d-4bd1-9b43-521f3d7712b0" providerId="ADAL" clId="{167A8EEA-5A20-4677-A031-4D92B4F9CE28}" dt="2026-09-28T01:14:31.553" v="1861" actId="164"/>
          <ac:spMkLst>
            <pc:docMk/>
            <pc:sldMk cId="2943838196" sldId="258"/>
            <ac:spMk id="12" creationId="{5ABD56A0-DB61-00C2-89AD-297D07AA74EA}"/>
          </ac:spMkLst>
        </pc:spChg>
        <pc:grpChg chg="add mod">
          <ac:chgData name="Dorothy Hou" userId="3a8e4b93-b53d-4bd1-9b43-521f3d7712b0" providerId="ADAL" clId="{167A8EEA-5A20-4677-A031-4D92B4F9CE28}" dt="2026-10-18T12:41:58.423" v="7320" actId="1076"/>
          <ac:grpSpMkLst>
            <pc:docMk/>
            <pc:sldMk cId="2943838196" sldId="258"/>
            <ac:grpSpMk id="8" creationId="{75C06304-B619-9D6E-30F2-7A178952A4E3}"/>
          </ac:grpSpMkLst>
        </pc:grpChg>
        <pc:grpChg chg="add mod">
          <ac:chgData name="Dorothy Hou" userId="3a8e4b93-b53d-4bd1-9b43-521f3d7712b0" providerId="ADAL" clId="{167A8EEA-5A20-4677-A031-4D92B4F9CE28}" dt="2026-09-28T01:14:31.553" v="1861" actId="164"/>
          <ac:grpSpMkLst>
            <pc:docMk/>
            <pc:sldMk cId="2943838196" sldId="258"/>
            <ac:grpSpMk id="28" creationId="{009155CC-392D-E9F4-F11A-1FCD24FCFE1C}"/>
          </ac:grpSpMkLst>
        </pc:grpChg>
      </pc:sldChg>
      <pc:sldChg chg="addSp delSp modSp new mod">
        <pc:chgData name="Dorothy Hou" userId="3a8e4b93-b53d-4bd1-9b43-521f3d7712b0" providerId="ADAL" clId="{167A8EEA-5A20-4677-A031-4D92B4F9CE28}" dt="2026-10-07T07:40:10.083" v="4996" actId="20577"/>
        <pc:sldMkLst>
          <pc:docMk/>
          <pc:sldMk cId="526141363" sldId="260"/>
        </pc:sldMkLst>
        <pc:spChg chg="mod">
          <ac:chgData name="Dorothy Hou" userId="3a8e4b93-b53d-4bd1-9b43-521f3d7712b0" providerId="ADAL" clId="{167A8EEA-5A20-4677-A031-4D92B4F9CE28}" dt="2026-10-07T05:29:36.737" v="1867" actId="20577"/>
          <ac:spMkLst>
            <pc:docMk/>
            <pc:sldMk cId="526141363" sldId="260"/>
            <ac:spMk id="2" creationId="{B57874F8-129C-673A-431D-9496EE02381E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3" creationId="{081E8E5E-227D-1297-FF63-1C54B4B5B0F0}"/>
          </ac:spMkLst>
        </pc:spChg>
        <pc:spChg chg="add mod ord">
          <ac:chgData name="Dorothy Hou" userId="3a8e4b93-b53d-4bd1-9b43-521f3d7712b0" providerId="ADAL" clId="{167A8EEA-5A20-4677-A031-4D92B4F9CE28}" dt="2026-10-07T05:59:12.226" v="2027" actId="34136"/>
          <ac:spMkLst>
            <pc:docMk/>
            <pc:sldMk cId="526141363" sldId="260"/>
            <ac:spMk id="5" creationId="{5661666B-0E6E-33C2-AF85-C47B47C5C85A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7" creationId="{20835163-8FC5-9FF2-91A1-372355C242AD}"/>
          </ac:spMkLst>
        </pc:spChg>
        <pc:spChg chg="add mod">
          <ac:chgData name="Dorothy Hou" userId="3a8e4b93-b53d-4bd1-9b43-521f3d7712b0" providerId="ADAL" clId="{167A8EEA-5A20-4677-A031-4D92B4F9CE28}" dt="2026-10-07T05:59:12.226" v="2027" actId="34136"/>
          <ac:spMkLst>
            <pc:docMk/>
            <pc:sldMk cId="526141363" sldId="260"/>
            <ac:spMk id="9" creationId="{FF27DA1F-0CF7-0B48-A024-23BE1D0E268B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11" creationId="{44C7B4F9-5978-75F6-9683-34966497C6D5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13" creationId="{AF6D7108-BE51-CD18-42A0-3EDEFF06C420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15" creationId="{5515E477-278E-D542-E937-53515944F5C0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16" creationId="{E5A0841A-B1BA-2D42-DAB0-78251A1AD21C}"/>
          </ac:spMkLst>
        </pc:spChg>
        <pc:spChg chg="add mod">
          <ac:chgData name="Dorothy Hou" userId="3a8e4b93-b53d-4bd1-9b43-521f3d7712b0" providerId="ADAL" clId="{167A8EEA-5A20-4677-A031-4D92B4F9CE28}" dt="2026-10-07T05:54:54.687" v="1922" actId="20577"/>
          <ac:spMkLst>
            <pc:docMk/>
            <pc:sldMk cId="526141363" sldId="260"/>
            <ac:spMk id="18" creationId="{9B9DD11B-3218-FA3D-795C-5A39472F35A6}"/>
          </ac:spMkLst>
        </pc:spChg>
        <pc:spChg chg="add mod">
          <ac:chgData name="Dorothy Hou" userId="3a8e4b93-b53d-4bd1-9b43-521f3d7712b0" providerId="ADAL" clId="{167A8EEA-5A20-4677-A031-4D92B4F9CE28}" dt="2026-10-07T05:59:15.927" v="2028" actId="164"/>
          <ac:spMkLst>
            <pc:docMk/>
            <pc:sldMk cId="526141363" sldId="260"/>
            <ac:spMk id="20" creationId="{F9F4AAF6-0392-8A70-B9A9-66E7F7B8049D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22" creationId="{EAEF0E98-9500-0704-9B52-98EE5B310B54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24" creationId="{BDC030B8-981C-1A85-041D-E7888A80BEA7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26" creationId="{43D74BA6-0E13-02BA-0373-5598F2CB9C2C}"/>
          </ac:spMkLst>
        </pc:spChg>
        <pc:spChg chg="add mod">
          <ac:chgData name="Dorothy Hou" userId="3a8e4b93-b53d-4bd1-9b43-521f3d7712b0" providerId="ADAL" clId="{167A8EEA-5A20-4677-A031-4D92B4F9CE28}" dt="2026-10-07T05:59:15.927" v="2028" actId="164"/>
          <ac:spMkLst>
            <pc:docMk/>
            <pc:sldMk cId="526141363" sldId="260"/>
            <ac:spMk id="28" creationId="{70828C2B-72BD-FA20-1DC8-ACC19296BFD5}"/>
          </ac:spMkLst>
        </pc:spChg>
        <pc:spChg chg="add mod">
          <ac:chgData name="Dorothy Hou" userId="3a8e4b93-b53d-4bd1-9b43-521f3d7712b0" providerId="ADAL" clId="{167A8EEA-5A20-4677-A031-4D92B4F9CE28}" dt="2026-10-07T05:59:15.927" v="2028" actId="164"/>
          <ac:spMkLst>
            <pc:docMk/>
            <pc:sldMk cId="526141363" sldId="260"/>
            <ac:spMk id="33" creationId="{65F7F99B-BC4F-BF61-999C-6367F405CE1B}"/>
          </ac:spMkLst>
        </pc:spChg>
        <pc:spChg chg="add mod">
          <ac:chgData name="Dorothy Hou" userId="3a8e4b93-b53d-4bd1-9b43-521f3d7712b0" providerId="ADAL" clId="{167A8EEA-5A20-4677-A031-4D92B4F9CE28}" dt="2026-10-07T06:03:27.380" v="2059" actId="34136"/>
          <ac:spMkLst>
            <pc:docMk/>
            <pc:sldMk cId="526141363" sldId="260"/>
            <ac:spMk id="35" creationId="{142572FE-2C2B-83A0-E5FB-9A0CA6E34A47}"/>
          </ac:spMkLst>
        </pc:spChg>
        <pc:spChg chg="add mod">
          <ac:chgData name="Dorothy Hou" userId="3a8e4b93-b53d-4bd1-9b43-521f3d7712b0" providerId="ADAL" clId="{167A8EEA-5A20-4677-A031-4D92B4F9CE28}" dt="2026-10-07T05:59:15.927" v="2028" actId="164"/>
          <ac:spMkLst>
            <pc:docMk/>
            <pc:sldMk cId="526141363" sldId="260"/>
            <ac:spMk id="37" creationId="{E8FEEDC1-62AF-3D44-79A1-1E9E63B873BE}"/>
          </ac:spMkLst>
        </pc:spChg>
        <pc:spChg chg="add mod">
          <ac:chgData name="Dorothy Hou" userId="3a8e4b93-b53d-4bd1-9b43-521f3d7712b0" providerId="ADAL" clId="{167A8EEA-5A20-4677-A031-4D92B4F9CE28}" dt="2026-10-07T05:58:58.544" v="2025" actId="20577"/>
          <ac:spMkLst>
            <pc:docMk/>
            <pc:sldMk cId="526141363" sldId="260"/>
            <ac:spMk id="39" creationId="{3866ECFE-09FA-6A1C-DF77-3357BFA3B1A6}"/>
          </ac:spMkLst>
        </pc:spChg>
        <pc:spChg chg="add del mod">
          <ac:chgData name="Dorothy Hou" userId="3a8e4b93-b53d-4bd1-9b43-521f3d7712b0" providerId="ADAL" clId="{167A8EEA-5A20-4677-A031-4D92B4F9CE28}" dt="2026-10-07T07:32:54.629" v="4861" actId="1076"/>
          <ac:spMkLst>
            <pc:docMk/>
            <pc:sldMk cId="526141363" sldId="260"/>
            <ac:spMk id="41" creationId="{92BBB422-6E52-441B-BFB2-D60AFC15B8C6}"/>
          </ac:spMkLst>
        </pc:spChg>
        <pc:spChg chg="add mod">
          <ac:chgData name="Dorothy Hou" userId="3a8e4b93-b53d-4bd1-9b43-521f3d7712b0" providerId="ADAL" clId="{167A8EEA-5A20-4677-A031-4D92B4F9CE28}" dt="2026-10-07T07:40:10.083" v="4996" actId="20577"/>
          <ac:spMkLst>
            <pc:docMk/>
            <pc:sldMk cId="526141363" sldId="260"/>
            <ac:spMk id="43" creationId="{0BBCF183-A5EB-CD68-CC63-24E75F728F19}"/>
          </ac:spMkLst>
        </pc:spChg>
        <pc:grpChg chg="add del mod">
          <ac:chgData name="Dorothy Hou" userId="3a8e4b93-b53d-4bd1-9b43-521f3d7712b0" providerId="ADAL" clId="{167A8EEA-5A20-4677-A031-4D92B4F9CE28}" dt="2026-10-07T05:59:12.226" v="2027" actId="34136"/>
          <ac:grpSpMkLst>
            <pc:docMk/>
            <pc:sldMk cId="526141363" sldId="260"/>
            <ac:grpSpMk id="10" creationId="{75852D37-8DDB-C854-4FCD-74D4F9F0BEF5}"/>
          </ac:grpSpMkLst>
        </pc:grpChg>
      </pc:sldChg>
      <pc:sldChg chg="addSp modSp add mod">
        <pc:chgData name="Dorothy Hou" userId="3a8e4b93-b53d-4bd1-9b43-521f3d7712b0" providerId="ADAL" clId="{167A8EEA-5A20-4677-A031-4D92B4F9CE28}" dt="2026-10-07T05:59:37.526" v="2032" actId="1076"/>
        <pc:sldMkLst>
          <pc:docMk/>
          <pc:sldMk cId="3097743324" sldId="261"/>
        </pc:sldMkLst>
        <pc:spChg chg="add mod">
          <ac:chgData name="Dorothy Hou" userId="3a8e4b93-b53d-4bd1-9b43-521f3d7712b0" providerId="ADAL" clId="{167A8EEA-5A20-4677-A031-4D92B4F9CE28}" dt="2026-10-07T05:55:58.459" v="1937" actId="1076"/>
          <ac:spMkLst>
            <pc:docMk/>
            <pc:sldMk cId="3097743324" sldId="261"/>
            <ac:spMk id="4" creationId="{85B7DDA2-D3F2-105E-B594-352F13A5DCC5}"/>
          </ac:spMkLst>
        </pc:spChg>
        <pc:spChg chg="add mod">
          <ac:chgData name="Dorothy Hou" userId="3a8e4b93-b53d-4bd1-9b43-521f3d7712b0" providerId="ADAL" clId="{167A8EEA-5A20-4677-A031-4D92B4F9CE28}" dt="2026-10-07T05:56:06.463" v="1939" actId="1076"/>
          <ac:spMkLst>
            <pc:docMk/>
            <pc:sldMk cId="3097743324" sldId="261"/>
            <ac:spMk id="8" creationId="{DADDDA45-FF21-F8EF-811D-0C2CD91C89E8}"/>
          </ac:spMkLst>
        </pc:spChg>
        <pc:spChg chg="add mod">
          <ac:chgData name="Dorothy Hou" userId="3a8e4b93-b53d-4bd1-9b43-521f3d7712b0" providerId="ADAL" clId="{167A8EEA-5A20-4677-A031-4D92B4F9CE28}" dt="2026-10-07T05:59:37.526" v="2032" actId="1076"/>
          <ac:spMkLst>
            <pc:docMk/>
            <pc:sldMk cId="3097743324" sldId="261"/>
            <ac:spMk id="14" creationId="{E207DA89-76BE-D2F8-931C-217AE0032EE4}"/>
          </ac:spMkLst>
        </pc:spChg>
      </pc:sldChg>
      <pc:sldChg chg="addSp modSp add mod">
        <pc:chgData name="Dorothy Hou" userId="3a8e4b93-b53d-4bd1-9b43-521f3d7712b0" providerId="ADAL" clId="{167A8EEA-5A20-4677-A031-4D92B4F9CE28}" dt="2026-10-07T07:37:19.218" v="4989" actId="20577"/>
        <pc:sldMkLst>
          <pc:docMk/>
          <pc:sldMk cId="735614467" sldId="262"/>
        </pc:sldMkLst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5" creationId="{B0A6C799-A00F-9943-E3D2-088EF4D95D46}"/>
          </ac:spMkLst>
        </pc:spChg>
        <pc:spChg chg="add mod">
          <ac:chgData name="Dorothy Hou" userId="3a8e4b93-b53d-4bd1-9b43-521f3d7712b0" providerId="ADAL" clId="{167A8EEA-5A20-4677-A031-4D92B4F9CE28}" dt="2026-10-07T07:35:27.196" v="4937" actId="1076"/>
          <ac:spMkLst>
            <pc:docMk/>
            <pc:sldMk cId="735614467" sldId="262"/>
            <ac:spMk id="6" creationId="{8ED05498-928A-631B-E078-0FCCCD32E9BB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9" creationId="{62E989DE-B8AD-FEE9-602C-2E24816BC9A4}"/>
          </ac:spMkLst>
        </pc:spChg>
        <pc:spChg chg="add mod">
          <ac:chgData name="Dorothy Hou" userId="3a8e4b93-b53d-4bd1-9b43-521f3d7712b0" providerId="ADAL" clId="{167A8EEA-5A20-4677-A031-4D92B4F9CE28}" dt="2026-10-07T07:35:27.196" v="4937" actId="1076"/>
          <ac:spMkLst>
            <pc:docMk/>
            <pc:sldMk cId="735614467" sldId="262"/>
            <ac:spMk id="12" creationId="{9C682988-DC42-F60D-4FE7-A647A9D9F0D8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16" creationId="{69879401-5A70-5662-C9CA-5D008AB97285}"/>
          </ac:spMkLst>
        </pc:spChg>
        <pc:spChg chg="add mod">
          <ac:chgData name="Dorothy Hou" userId="3a8e4b93-b53d-4bd1-9b43-521f3d7712b0" providerId="ADAL" clId="{167A8EEA-5A20-4677-A031-4D92B4F9CE28}" dt="2026-10-07T07:35:27.196" v="4937" actId="1076"/>
          <ac:spMkLst>
            <pc:docMk/>
            <pc:sldMk cId="735614467" sldId="262"/>
            <ac:spMk id="17" creationId="{5FB6CADB-AA13-2902-F34A-23F87377F79C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18" creationId="{42A0B95D-7F14-A246-E7A2-4EC24D045F4B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20" creationId="{D0CD8F8F-BC72-3848-AF5F-08CAD1DF3E70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22" creationId="{1292231C-B7C2-B52C-DA21-A1F0DB34AA09}"/>
          </ac:spMkLst>
        </pc:spChg>
        <pc:spChg chg="add mod">
          <ac:chgData name="Dorothy Hou" userId="3a8e4b93-b53d-4bd1-9b43-521f3d7712b0" providerId="ADAL" clId="{167A8EEA-5A20-4677-A031-4D92B4F9CE28}" dt="2026-10-07T07:35:27.196" v="4937" actId="1076"/>
          <ac:spMkLst>
            <pc:docMk/>
            <pc:sldMk cId="735614467" sldId="262"/>
            <ac:spMk id="23" creationId="{4377AB58-503C-1B8B-84B8-6BEC35BBF29B}"/>
          </ac:spMkLst>
        </pc:spChg>
        <pc:spChg chg="add mod">
          <ac:chgData name="Dorothy Hou" userId="3a8e4b93-b53d-4bd1-9b43-521f3d7712b0" providerId="ADAL" clId="{167A8EEA-5A20-4677-A031-4D92B4F9CE28}" dt="2026-10-07T07:35:27.196" v="4937" actId="1076"/>
          <ac:spMkLst>
            <pc:docMk/>
            <pc:sldMk cId="735614467" sldId="262"/>
            <ac:spMk id="27" creationId="{A16D89BC-1AE0-00F6-7687-BED7502881DB}"/>
          </ac:spMkLst>
        </pc:spChg>
        <pc:spChg chg="mod">
          <ac:chgData name="Dorothy Hou" userId="3a8e4b93-b53d-4bd1-9b43-521f3d7712b0" providerId="ADAL" clId="{167A8EEA-5A20-4677-A031-4D92B4F9CE28}" dt="2026-10-07T06:03:34.717" v="2060" actId="34136"/>
          <ac:spMkLst>
            <pc:docMk/>
            <pc:sldMk cId="735614467" sldId="262"/>
            <ac:spMk id="28" creationId="{2D178E1F-34C1-7E0B-60D2-902BCE4F7D97}"/>
          </ac:spMkLst>
        </pc:spChg>
        <pc:spChg chg="add mod">
          <ac:chgData name="Dorothy Hou" userId="3a8e4b93-b53d-4bd1-9b43-521f3d7712b0" providerId="ADAL" clId="{167A8EEA-5A20-4677-A031-4D92B4F9CE28}" dt="2026-10-07T07:37:19.218" v="4989" actId="20577"/>
          <ac:spMkLst>
            <pc:docMk/>
            <pc:sldMk cId="735614467" sldId="262"/>
            <ac:spMk id="30" creationId="{F7A67B19-5FC7-8529-0BB2-E993C48414CE}"/>
          </ac:spMkLst>
        </pc:spChg>
        <pc:spChg chg="mod">
          <ac:chgData name="Dorothy Hou" userId="3a8e4b93-b53d-4bd1-9b43-521f3d7712b0" providerId="ADAL" clId="{167A8EEA-5A20-4677-A031-4D92B4F9CE28}" dt="2026-10-07T07:24:08.444" v="4516" actId="207"/>
          <ac:spMkLst>
            <pc:docMk/>
            <pc:sldMk cId="735614467" sldId="262"/>
            <ac:spMk id="33" creationId="{DB05FDDC-FACB-9212-17D7-5E642B74C70E}"/>
          </ac:spMkLst>
        </pc:spChg>
        <pc:spChg chg="mod">
          <ac:chgData name="Dorothy Hou" userId="3a8e4b93-b53d-4bd1-9b43-521f3d7712b0" providerId="ADAL" clId="{167A8EEA-5A20-4677-A031-4D92B4F9CE28}" dt="2026-10-07T06:03:50.521" v="2062" actId="207"/>
          <ac:spMkLst>
            <pc:docMk/>
            <pc:sldMk cId="735614467" sldId="262"/>
            <ac:spMk id="35" creationId="{EC81B9E1-0E36-1C9A-A419-083183F5D141}"/>
          </ac:spMkLst>
        </pc:spChg>
        <pc:spChg chg="mod">
          <ac:chgData name="Dorothy Hou" userId="3a8e4b93-b53d-4bd1-9b43-521f3d7712b0" providerId="ADAL" clId="{167A8EEA-5A20-4677-A031-4D92B4F9CE28}" dt="2026-10-07T07:24:08.444" v="4516" actId="207"/>
          <ac:spMkLst>
            <pc:docMk/>
            <pc:sldMk cId="735614467" sldId="262"/>
            <ac:spMk id="37" creationId="{6BF8D0C4-0151-8E87-660E-C426FDE8A8E5}"/>
          </ac:spMkLst>
        </pc:spChg>
        <pc:spChg chg="mod">
          <ac:chgData name="Dorothy Hou" userId="3a8e4b93-b53d-4bd1-9b43-521f3d7712b0" providerId="ADAL" clId="{167A8EEA-5A20-4677-A031-4D92B4F9CE28}" dt="2026-10-07T06:03:50.521" v="2062" actId="207"/>
          <ac:spMkLst>
            <pc:docMk/>
            <pc:sldMk cId="735614467" sldId="262"/>
            <ac:spMk id="39" creationId="{F55EF654-62EE-FD76-8A0D-884CA87CC43C}"/>
          </ac:spMkLst>
        </pc:spChg>
        <pc:grpChg chg="mod">
          <ac:chgData name="Dorothy Hou" userId="3a8e4b93-b53d-4bd1-9b43-521f3d7712b0" providerId="ADAL" clId="{167A8EEA-5A20-4677-A031-4D92B4F9CE28}" dt="2026-10-07T07:35:27.196" v="4937" actId="1076"/>
          <ac:grpSpMkLst>
            <pc:docMk/>
            <pc:sldMk cId="735614467" sldId="262"/>
            <ac:grpSpMk id="40" creationId="{8D23EC51-B40A-4FD3-2BD1-09499AD72F1C}"/>
          </ac:grpSpMkLst>
        </pc:grpChg>
        <pc:cxnChg chg="add mod">
          <ac:chgData name="Dorothy Hou" userId="3a8e4b93-b53d-4bd1-9b43-521f3d7712b0" providerId="ADAL" clId="{167A8EEA-5A20-4677-A031-4D92B4F9CE28}" dt="2026-10-07T07:35:27.196" v="4937" actId="1076"/>
          <ac:cxnSpMkLst>
            <pc:docMk/>
            <pc:sldMk cId="735614467" sldId="262"/>
            <ac:cxnSpMk id="21" creationId="{BFE13144-575A-259F-E981-DB50EA20C7B5}"/>
          </ac:cxnSpMkLst>
        </pc:cxnChg>
      </pc:sldChg>
      <pc:sldChg chg="addSp delSp modSp add mod">
        <pc:chgData name="Dorothy Hou" userId="3a8e4b93-b53d-4bd1-9b43-521f3d7712b0" providerId="ADAL" clId="{167A8EEA-5A20-4677-A031-4D92B4F9CE28}" dt="2026-10-07T07:36:23.976" v="4948" actId="1076"/>
        <pc:sldMkLst>
          <pc:docMk/>
          <pc:sldMk cId="3371744975" sldId="263"/>
        </pc:sldMkLst>
        <pc:spChg chg="mod">
          <ac:chgData name="Dorothy Hou" userId="3a8e4b93-b53d-4bd1-9b43-521f3d7712b0" providerId="ADAL" clId="{167A8EEA-5A20-4677-A031-4D92B4F9CE28}" dt="2026-10-07T06:45:53.407" v="3199" actId="1076"/>
          <ac:spMkLst>
            <pc:docMk/>
            <pc:sldMk cId="3371744975" sldId="263"/>
            <ac:spMk id="2" creationId="{AE767C01-E522-85D8-D98E-DA047F94B41E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3" creationId="{70DA7EA1-802A-0D4C-3DEF-4F2425005943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5" creationId="{82278D57-1E74-FAA7-85A3-85E1D822F3DA}"/>
          </ac:spMkLst>
        </pc:spChg>
        <pc:spChg chg="mod">
          <ac:chgData name="Dorothy Hou" userId="3a8e4b93-b53d-4bd1-9b43-521f3d7712b0" providerId="ADAL" clId="{167A8EEA-5A20-4677-A031-4D92B4F9CE28}" dt="2026-10-07T06:45:50.776" v="3198" actId="1076"/>
          <ac:spMkLst>
            <pc:docMk/>
            <pc:sldMk cId="3371744975" sldId="263"/>
            <ac:spMk id="6" creationId="{07D4190C-FAC9-94E6-A819-62DC6DAA078A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7" creationId="{947C516B-9D79-63FE-E68D-BBD9D4CDC1A6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9" creationId="{76227CC7-4FAB-731A-C8AC-C4CECA8A97CC}"/>
          </ac:spMkLst>
        </pc:spChg>
        <pc:spChg chg="mod">
          <ac:chgData name="Dorothy Hou" userId="3a8e4b93-b53d-4bd1-9b43-521f3d7712b0" providerId="ADAL" clId="{167A8EEA-5A20-4677-A031-4D92B4F9CE28}" dt="2026-10-07T06:45:50.776" v="3198" actId="1076"/>
          <ac:spMkLst>
            <pc:docMk/>
            <pc:sldMk cId="3371744975" sldId="263"/>
            <ac:spMk id="12" creationId="{A40A33B3-1D93-6E8A-75B1-4277CA7A6C09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13" creationId="{29E06AAD-6698-06CE-A63C-40857ACDA863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15" creationId="{9AAB7B06-9150-3D4A-B988-55749C252232}"/>
          </ac:spMkLst>
        </pc:spChg>
        <pc:spChg chg="mod">
          <ac:chgData name="Dorothy Hou" userId="3a8e4b93-b53d-4bd1-9b43-521f3d7712b0" providerId="ADAL" clId="{167A8EEA-5A20-4677-A031-4D92B4F9CE28}" dt="2026-10-07T07:24:50.235" v="4523" actId="208"/>
          <ac:spMkLst>
            <pc:docMk/>
            <pc:sldMk cId="3371744975" sldId="263"/>
            <ac:spMk id="17" creationId="{AD0580AD-B4DB-2407-90A2-EF322BFAC16E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18" creationId="{2CC6265B-25B5-6FA1-E6BC-BB22F4B899B7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22" creationId="{0CE85D14-8F2B-72DA-E735-1019183131A6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24" creationId="{129BC6EF-61A3-2164-0AAC-E0780EF4E89C}"/>
          </ac:spMkLst>
        </pc:spChg>
        <pc:spChg chg="add mod">
          <ac:chgData name="Dorothy Hou" userId="3a8e4b93-b53d-4bd1-9b43-521f3d7712b0" providerId="ADAL" clId="{167A8EEA-5A20-4677-A031-4D92B4F9CE28}" dt="2026-10-07T07:36:23.976" v="4948" actId="1076"/>
          <ac:spMkLst>
            <pc:docMk/>
            <pc:sldMk cId="3371744975" sldId="263"/>
            <ac:spMk id="25" creationId="{15D3AF1C-5A97-41B2-E63E-22CD929CCFF5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26" creationId="{B78D30B4-7FF8-1B6A-75AF-EAAAAE48D699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28" creationId="{11A1D553-FFE7-3049-CC3F-2E56917C05E8}"/>
          </ac:spMkLst>
        </pc:spChg>
        <pc:spChg chg="add mod">
          <ac:chgData name="Dorothy Hou" userId="3a8e4b93-b53d-4bd1-9b43-521f3d7712b0" providerId="ADAL" clId="{167A8EEA-5A20-4677-A031-4D92B4F9CE28}" dt="2026-10-07T07:33:17.597" v="4874" actId="20577"/>
          <ac:spMkLst>
            <pc:docMk/>
            <pc:sldMk cId="3371744975" sldId="263"/>
            <ac:spMk id="29" creationId="{1C530F3B-50B2-D67D-6CC8-62FE45E5ECBB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33" creationId="{1842571D-4779-F930-C525-757F59781917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35" creationId="{07654986-62FC-713C-9CC7-B03C09F65518}"/>
          </ac:spMkLst>
        </pc:spChg>
        <pc:spChg chg="mod">
          <ac:chgData name="Dorothy Hou" userId="3a8e4b93-b53d-4bd1-9b43-521f3d7712b0" providerId="ADAL" clId="{167A8EEA-5A20-4677-A031-4D92B4F9CE28}" dt="2026-10-07T07:24:43.620" v="4521" actId="208"/>
          <ac:spMkLst>
            <pc:docMk/>
            <pc:sldMk cId="3371744975" sldId="263"/>
            <ac:spMk id="37" creationId="{900AF4BA-1AB5-305F-B060-BB0DC092903C}"/>
          </ac:spMkLst>
        </pc:spChg>
        <pc:spChg chg="mod">
          <ac:chgData name="Dorothy Hou" userId="3a8e4b93-b53d-4bd1-9b43-521f3d7712b0" providerId="ADAL" clId="{167A8EEA-5A20-4677-A031-4D92B4F9CE28}" dt="2026-10-07T07:24:45.226" v="4522" actId="208"/>
          <ac:spMkLst>
            <pc:docMk/>
            <pc:sldMk cId="3371744975" sldId="263"/>
            <ac:spMk id="39" creationId="{B20197D9-E04F-2508-493C-8400603AD4D1}"/>
          </ac:spMkLst>
        </pc:spChg>
        <pc:grpChg chg="mod">
          <ac:chgData name="Dorothy Hou" userId="3a8e4b93-b53d-4bd1-9b43-521f3d7712b0" providerId="ADAL" clId="{167A8EEA-5A20-4677-A031-4D92B4F9CE28}" dt="2026-10-07T06:45:50.776" v="3198" actId="1076"/>
          <ac:grpSpMkLst>
            <pc:docMk/>
            <pc:sldMk cId="3371744975" sldId="263"/>
            <ac:grpSpMk id="40" creationId="{9CBE3B0B-CB9E-AD59-9175-FBB51AA8ED91}"/>
          </ac:grpSpMkLst>
        </pc:grpChg>
      </pc:sldChg>
      <pc:sldChg chg="addSp delSp modSp add mod">
        <pc:chgData name="Dorothy Hou" userId="3a8e4b93-b53d-4bd1-9b43-521f3d7712b0" providerId="ADAL" clId="{167A8EEA-5A20-4677-A031-4D92B4F9CE28}" dt="2026-10-07T07:37:46.296" v="4994" actId="1076"/>
        <pc:sldMkLst>
          <pc:docMk/>
          <pc:sldMk cId="904296578" sldId="264"/>
        </pc:sldMkLst>
        <pc:spChg chg="mod">
          <ac:chgData name="Dorothy Hou" userId="3a8e4b93-b53d-4bd1-9b43-521f3d7712b0" providerId="ADAL" clId="{167A8EEA-5A20-4677-A031-4D92B4F9CE28}" dt="2026-10-07T07:36:29.705" v="4951" actId="164"/>
          <ac:spMkLst>
            <pc:docMk/>
            <pc:sldMk cId="904296578" sldId="264"/>
            <ac:spMk id="6" creationId="{D6857743-9E20-CEF1-D1A3-C7B370E7EDD8}"/>
          </ac:spMkLst>
        </pc:spChg>
        <pc:spChg chg="mod">
          <ac:chgData name="Dorothy Hou" userId="3a8e4b93-b53d-4bd1-9b43-521f3d7712b0" providerId="ADAL" clId="{167A8EEA-5A20-4677-A031-4D92B4F9CE28}" dt="2026-10-07T07:36:29.705" v="4951" actId="164"/>
          <ac:spMkLst>
            <pc:docMk/>
            <pc:sldMk cId="904296578" sldId="264"/>
            <ac:spMk id="12" creationId="{E8651B80-402C-3A6F-4046-61935EFCD612}"/>
          </ac:spMkLst>
        </pc:spChg>
        <pc:spChg chg="mod">
          <ac:chgData name="Dorothy Hou" userId="3a8e4b93-b53d-4bd1-9b43-521f3d7712b0" providerId="ADAL" clId="{167A8EEA-5A20-4677-A031-4D92B4F9CE28}" dt="2026-10-07T07:36:29.705" v="4951" actId="164"/>
          <ac:spMkLst>
            <pc:docMk/>
            <pc:sldMk cId="904296578" sldId="264"/>
            <ac:spMk id="14" creationId="{DD13C723-3BAB-9F3F-0BF0-6F45884A06BC}"/>
          </ac:spMkLst>
        </pc:spChg>
        <pc:spChg chg="mod">
          <ac:chgData name="Dorothy Hou" userId="3a8e4b93-b53d-4bd1-9b43-521f3d7712b0" providerId="ADAL" clId="{167A8EEA-5A20-4677-A031-4D92B4F9CE28}" dt="2026-10-07T07:36:29.705" v="4951" actId="164"/>
          <ac:spMkLst>
            <pc:docMk/>
            <pc:sldMk cId="904296578" sldId="264"/>
            <ac:spMk id="17" creationId="{E58602F6-0D56-40ED-B986-D51102A67E74}"/>
          </ac:spMkLst>
        </pc:spChg>
        <pc:spChg chg="add mod">
          <ac:chgData name="Dorothy Hou" userId="3a8e4b93-b53d-4bd1-9b43-521f3d7712b0" providerId="ADAL" clId="{167A8EEA-5A20-4677-A031-4D92B4F9CE28}" dt="2026-10-07T07:37:46.296" v="4994" actId="1076"/>
          <ac:spMkLst>
            <pc:docMk/>
            <pc:sldMk cId="904296578" sldId="264"/>
            <ac:spMk id="44" creationId="{CE34B4AE-E59F-83B7-2E63-A22D5997B3FC}"/>
          </ac:spMkLst>
        </pc:spChg>
        <pc:spChg chg="add mod">
          <ac:chgData name="Dorothy Hou" userId="3a8e4b93-b53d-4bd1-9b43-521f3d7712b0" providerId="ADAL" clId="{167A8EEA-5A20-4677-A031-4D92B4F9CE28}" dt="2026-10-07T07:04:35.958" v="3772" actId="20577"/>
          <ac:spMkLst>
            <pc:docMk/>
            <pc:sldMk cId="904296578" sldId="264"/>
            <ac:spMk id="61" creationId="{3A165073-78F3-F8CB-82F1-42A56DA97173}"/>
          </ac:spMkLst>
        </pc:spChg>
        <pc:spChg chg="add mod">
          <ac:chgData name="Dorothy Hou" userId="3a8e4b93-b53d-4bd1-9b43-521f3d7712b0" providerId="ADAL" clId="{167A8EEA-5A20-4677-A031-4D92B4F9CE28}" dt="2026-10-07T07:04:17.338" v="3762" actId="164"/>
          <ac:spMkLst>
            <pc:docMk/>
            <pc:sldMk cId="904296578" sldId="264"/>
            <ac:spMk id="62" creationId="{B7FDB306-ECFE-EC48-B458-AE0A9A30DE34}"/>
          </ac:spMkLst>
        </pc:spChg>
        <pc:spChg chg="mod">
          <ac:chgData name="Dorothy Hou" userId="3a8e4b93-b53d-4bd1-9b43-521f3d7712b0" providerId="ADAL" clId="{167A8EEA-5A20-4677-A031-4D92B4F9CE28}" dt="2026-10-07T07:04:33.910" v="3770" actId="20577"/>
          <ac:spMkLst>
            <pc:docMk/>
            <pc:sldMk cId="904296578" sldId="264"/>
            <ac:spMk id="68" creationId="{F4EC8403-F74C-35D0-3840-8028F04A4E5B}"/>
          </ac:spMkLst>
        </pc:spChg>
        <pc:spChg chg="mod">
          <ac:chgData name="Dorothy Hou" userId="3a8e4b93-b53d-4bd1-9b43-521f3d7712b0" providerId="ADAL" clId="{167A8EEA-5A20-4677-A031-4D92B4F9CE28}" dt="2026-10-07T07:04:38.791" v="3774" actId="20577"/>
          <ac:spMkLst>
            <pc:docMk/>
            <pc:sldMk cId="904296578" sldId="264"/>
            <ac:spMk id="69" creationId="{BB337AB2-E520-135A-4F7C-8C3DDD1F4A4A}"/>
          </ac:spMkLst>
        </pc:spChg>
        <pc:grpChg chg="mod">
          <ac:chgData name="Dorothy Hou" userId="3a8e4b93-b53d-4bd1-9b43-521f3d7712b0" providerId="ADAL" clId="{167A8EEA-5A20-4677-A031-4D92B4F9CE28}" dt="2026-10-07T07:36:29.705" v="4951" actId="164"/>
          <ac:grpSpMkLst>
            <pc:docMk/>
            <pc:sldMk cId="904296578" sldId="264"/>
            <ac:grpSpMk id="40" creationId="{689EC8C8-D8D0-B0A4-A242-37F0A06CC713}"/>
          </ac:grpSpMkLst>
        </pc:grpChg>
        <pc:grpChg chg="add mod">
          <ac:chgData name="Dorothy Hou" userId="3a8e4b93-b53d-4bd1-9b43-521f3d7712b0" providerId="ADAL" clId="{167A8EEA-5A20-4677-A031-4D92B4F9CE28}" dt="2026-10-07T07:36:29.705" v="4951" actId="164"/>
          <ac:grpSpMkLst>
            <pc:docMk/>
            <pc:sldMk cId="904296578" sldId="264"/>
            <ac:grpSpMk id="63" creationId="{A3C632B9-E953-5FD1-7118-39DFF42C303F}"/>
          </ac:grpSpMkLst>
        </pc:grpChg>
        <pc:grpChg chg="add mod">
          <ac:chgData name="Dorothy Hou" userId="3a8e4b93-b53d-4bd1-9b43-521f3d7712b0" providerId="ADAL" clId="{167A8EEA-5A20-4677-A031-4D92B4F9CE28}" dt="2026-10-07T07:36:29.705" v="4951" actId="164"/>
          <ac:grpSpMkLst>
            <pc:docMk/>
            <pc:sldMk cId="904296578" sldId="264"/>
            <ac:grpSpMk id="67" creationId="{49E58311-4B0C-CC67-D31E-F158AD974843}"/>
          </ac:grpSpMkLst>
        </pc:grpChg>
        <pc:grpChg chg="add mod">
          <ac:chgData name="Dorothy Hou" userId="3a8e4b93-b53d-4bd1-9b43-521f3d7712b0" providerId="ADAL" clId="{167A8EEA-5A20-4677-A031-4D92B4F9CE28}" dt="2026-10-07T07:36:31.470" v="4952" actId="1076"/>
          <ac:grpSpMkLst>
            <pc:docMk/>
            <pc:sldMk cId="904296578" sldId="264"/>
            <ac:grpSpMk id="71" creationId="{CED88467-B468-CCC2-731E-8BD589D6AED5}"/>
          </ac:grpSpMkLst>
        </pc:grpChg>
        <pc:cxnChg chg="add mod">
          <ac:chgData name="Dorothy Hou" userId="3a8e4b93-b53d-4bd1-9b43-521f3d7712b0" providerId="ADAL" clId="{167A8EEA-5A20-4677-A031-4D92B4F9CE28}" dt="2026-10-07T07:36:29.705" v="4951" actId="164"/>
          <ac:cxnSpMkLst>
            <pc:docMk/>
            <pc:sldMk cId="904296578" sldId="264"/>
            <ac:cxnSpMk id="29" creationId="{84946209-E7F7-310A-31F4-1DEF94AD83E1}"/>
          </ac:cxnSpMkLst>
        </pc:cxnChg>
        <pc:cxnChg chg="add mod">
          <ac:chgData name="Dorothy Hou" userId="3a8e4b93-b53d-4bd1-9b43-521f3d7712b0" providerId="ADAL" clId="{167A8EEA-5A20-4677-A031-4D92B4F9CE28}" dt="2026-10-07T07:36:29.705" v="4951" actId="164"/>
          <ac:cxnSpMkLst>
            <pc:docMk/>
            <pc:sldMk cId="904296578" sldId="264"/>
            <ac:cxnSpMk id="45" creationId="{106D1C76-6DBA-12DB-3BD6-91DFFBA2D8D4}"/>
          </ac:cxnSpMkLst>
        </pc:cxnChg>
      </pc:sldChg>
      <pc:sldChg chg="addSp delSp modSp add mod">
        <pc:chgData name="Dorothy Hou" userId="3a8e4b93-b53d-4bd1-9b43-521f3d7712b0" providerId="ADAL" clId="{167A8EEA-5A20-4677-A031-4D92B4F9CE28}" dt="2026-10-07T07:36:49.656" v="4958" actId="1076"/>
        <pc:sldMkLst>
          <pc:docMk/>
          <pc:sldMk cId="2050360937" sldId="265"/>
        </pc:sldMkLst>
        <pc:spChg chg="mod">
          <ac:chgData name="Dorothy Hou" userId="3a8e4b93-b53d-4bd1-9b43-521f3d7712b0" providerId="ADAL" clId="{167A8EEA-5A20-4677-A031-4D92B4F9CE28}" dt="2026-10-07T07:36:44.729" v="4956" actId="1076"/>
          <ac:spMkLst>
            <pc:docMk/>
            <pc:sldMk cId="2050360937" sldId="265"/>
            <ac:spMk id="6" creationId="{65EB6241-EEEB-F44F-C06B-843F1DF25057}"/>
          </ac:spMkLst>
        </pc:spChg>
        <pc:spChg chg="mod">
          <ac:chgData name="Dorothy Hou" userId="3a8e4b93-b53d-4bd1-9b43-521f3d7712b0" providerId="ADAL" clId="{167A8EEA-5A20-4677-A031-4D92B4F9CE28}" dt="2026-10-07T07:36:44.729" v="4956" actId="1076"/>
          <ac:spMkLst>
            <pc:docMk/>
            <pc:sldMk cId="2050360937" sldId="265"/>
            <ac:spMk id="12" creationId="{0C153A40-59B5-A03D-7B3C-5E64170E316C}"/>
          </ac:spMkLst>
        </pc:spChg>
        <pc:spChg chg="mod">
          <ac:chgData name="Dorothy Hou" userId="3a8e4b93-b53d-4bd1-9b43-521f3d7712b0" providerId="ADAL" clId="{167A8EEA-5A20-4677-A031-4D92B4F9CE28}" dt="2026-10-07T07:36:44.729" v="4956" actId="1076"/>
          <ac:spMkLst>
            <pc:docMk/>
            <pc:sldMk cId="2050360937" sldId="265"/>
            <ac:spMk id="17" creationId="{DEC2B6FD-4303-EFE3-A984-7C08DBFD7CFA}"/>
          </ac:spMkLst>
        </pc:spChg>
        <pc:spChg chg="mod">
          <ac:chgData name="Dorothy Hou" userId="3a8e4b93-b53d-4bd1-9b43-521f3d7712b0" providerId="ADAL" clId="{167A8EEA-5A20-4677-A031-4D92B4F9CE28}" dt="2026-10-07T07:36:49.656" v="4958" actId="1076"/>
          <ac:spMkLst>
            <pc:docMk/>
            <pc:sldMk cId="2050360937" sldId="265"/>
            <ac:spMk id="30" creationId="{0C302476-00A2-6EA0-31E6-D4ECACE84A4B}"/>
          </ac:spMkLst>
        </pc:spChg>
        <pc:spChg chg="mod">
          <ac:chgData name="Dorothy Hou" userId="3a8e4b93-b53d-4bd1-9b43-521f3d7712b0" providerId="ADAL" clId="{167A8EEA-5A20-4677-A031-4D92B4F9CE28}" dt="2026-10-07T07:19:45.473" v="4380" actId="1076"/>
          <ac:spMkLst>
            <pc:docMk/>
            <pc:sldMk cId="2050360937" sldId="265"/>
            <ac:spMk id="41" creationId="{A7EB7865-8C69-E7B0-BA5F-D18A7F1679AF}"/>
          </ac:spMkLst>
        </pc:spChg>
        <pc:spChg chg="mod">
          <ac:chgData name="Dorothy Hou" userId="3a8e4b93-b53d-4bd1-9b43-521f3d7712b0" providerId="ADAL" clId="{167A8EEA-5A20-4677-A031-4D92B4F9CE28}" dt="2026-10-07T07:18:48.538" v="4360"/>
          <ac:spMkLst>
            <pc:docMk/>
            <pc:sldMk cId="2050360937" sldId="265"/>
            <ac:spMk id="42" creationId="{96A7CDA7-4EB2-5E41-01AD-91CFA36A8FCA}"/>
          </ac:spMkLst>
        </pc:spChg>
        <pc:spChg chg="mod">
          <ac:chgData name="Dorothy Hou" userId="3a8e4b93-b53d-4bd1-9b43-521f3d7712b0" providerId="ADAL" clId="{167A8EEA-5A20-4677-A031-4D92B4F9CE28}" dt="2026-10-07T07:18:58.595" v="4364"/>
          <ac:spMkLst>
            <pc:docMk/>
            <pc:sldMk cId="2050360937" sldId="265"/>
            <ac:spMk id="44" creationId="{E6DF8C77-8D6A-EF8C-CC0E-A0940B50414A}"/>
          </ac:spMkLst>
        </pc:spChg>
        <pc:spChg chg="mod">
          <ac:chgData name="Dorothy Hou" userId="3a8e4b93-b53d-4bd1-9b43-521f3d7712b0" providerId="ADAL" clId="{167A8EEA-5A20-4677-A031-4D92B4F9CE28}" dt="2026-10-07T07:19:24.917" v="4375" actId="20577"/>
          <ac:spMkLst>
            <pc:docMk/>
            <pc:sldMk cId="2050360937" sldId="265"/>
            <ac:spMk id="45" creationId="{CD4C613E-6BF2-1353-A05D-E95EFE027F1C}"/>
          </ac:spMkLst>
        </pc:spChg>
        <pc:spChg chg="add mod">
          <ac:chgData name="Dorothy Hou" userId="3a8e4b93-b53d-4bd1-9b43-521f3d7712b0" providerId="ADAL" clId="{167A8EEA-5A20-4677-A031-4D92B4F9CE28}" dt="2026-10-07T07:36:44.729" v="4956" actId="1076"/>
          <ac:spMkLst>
            <pc:docMk/>
            <pc:sldMk cId="2050360937" sldId="265"/>
            <ac:spMk id="47" creationId="{27B94CE7-90DD-1248-43DA-504FD45095ED}"/>
          </ac:spMkLst>
        </pc:spChg>
        <pc:grpChg chg="add mod">
          <ac:chgData name="Dorothy Hou" userId="3a8e4b93-b53d-4bd1-9b43-521f3d7712b0" providerId="ADAL" clId="{167A8EEA-5A20-4677-A031-4D92B4F9CE28}" dt="2026-10-07T07:36:44.729" v="4956" actId="1076"/>
          <ac:grpSpMkLst>
            <pc:docMk/>
            <pc:sldMk cId="2050360937" sldId="265"/>
            <ac:grpSpMk id="38" creationId="{ADBC0D05-B756-791E-B760-C6F6612F082A}"/>
          </ac:grpSpMkLst>
        </pc:grpChg>
        <pc:grpChg chg="mod">
          <ac:chgData name="Dorothy Hou" userId="3a8e4b93-b53d-4bd1-9b43-521f3d7712b0" providerId="ADAL" clId="{167A8EEA-5A20-4677-A031-4D92B4F9CE28}" dt="2026-10-07T07:36:44.729" v="4956" actId="1076"/>
          <ac:grpSpMkLst>
            <pc:docMk/>
            <pc:sldMk cId="2050360937" sldId="265"/>
            <ac:grpSpMk id="40" creationId="{D952EB92-6DF8-C4E7-1439-2EE39A40F1E9}"/>
          </ac:grpSpMkLst>
        </pc:grpChg>
        <pc:grpChg chg="add mod">
          <ac:chgData name="Dorothy Hou" userId="3a8e4b93-b53d-4bd1-9b43-521f3d7712b0" providerId="ADAL" clId="{167A8EEA-5A20-4677-A031-4D92B4F9CE28}" dt="2026-10-07T07:36:44.729" v="4956" actId="1076"/>
          <ac:grpSpMkLst>
            <pc:docMk/>
            <pc:sldMk cId="2050360937" sldId="265"/>
            <ac:grpSpMk id="43" creationId="{11D74B53-85D0-A0D3-DA54-B9767DD842A5}"/>
          </ac:grpSpMkLst>
        </pc:grpChg>
        <pc:cxnChg chg="add mod">
          <ac:chgData name="Dorothy Hou" userId="3a8e4b93-b53d-4bd1-9b43-521f3d7712b0" providerId="ADAL" clId="{167A8EEA-5A20-4677-A031-4D92B4F9CE28}" dt="2026-10-07T07:36:44.729" v="4956" actId="1076"/>
          <ac:cxnSpMkLst>
            <pc:docMk/>
            <pc:sldMk cId="2050360937" sldId="265"/>
            <ac:cxnSpMk id="4" creationId="{4305F097-D0F2-03AC-E798-4887863AD02A}"/>
          </ac:cxnSpMkLst>
        </pc:cxnChg>
        <pc:cxnChg chg="add mod">
          <ac:chgData name="Dorothy Hou" userId="3a8e4b93-b53d-4bd1-9b43-521f3d7712b0" providerId="ADAL" clId="{167A8EEA-5A20-4677-A031-4D92B4F9CE28}" dt="2026-10-07T07:36:44.729" v="4956" actId="1076"/>
          <ac:cxnSpMkLst>
            <pc:docMk/>
            <pc:sldMk cId="2050360937" sldId="265"/>
            <ac:cxnSpMk id="25" creationId="{85F199D3-5ADD-FAC7-B98F-CD579B307654}"/>
          </ac:cxnSpMkLst>
        </pc:cxnChg>
      </pc:sldChg>
      <pc:sldChg chg="addSp delSp modSp add mod">
        <pc:chgData name="Dorothy Hou" userId="3a8e4b93-b53d-4bd1-9b43-521f3d7712b0" providerId="ADAL" clId="{167A8EEA-5A20-4677-A031-4D92B4F9CE28}" dt="2026-10-07T15:40:51.941" v="5040" actId="164"/>
        <pc:sldMkLst>
          <pc:docMk/>
          <pc:sldMk cId="3015635593" sldId="266"/>
        </pc:sldMkLst>
        <pc:spChg chg="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2" creationId="{6DE6DFE9-BF07-7B36-DD30-8029F63EB0F4}"/>
          </ac:spMkLst>
        </pc:spChg>
        <pc:spChg chg="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4" creationId="{5F0E10FE-EDB2-45BC-EB89-1B5B97FEF8F1}"/>
          </ac:spMkLst>
        </pc:spChg>
        <pc:spChg chg="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5" creationId="{FEFF9B90-2034-2B05-7018-D9D49D6D3399}"/>
          </ac:spMkLst>
        </pc:spChg>
        <pc:spChg chg="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8" creationId="{23C17A9F-F5CE-3997-0221-A5F2C41D2654}"/>
          </ac:spMkLst>
        </pc:spChg>
        <pc:spChg chg="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9" creationId="{5287EC65-D28F-B188-4DD3-D4F01161B979}"/>
          </ac:spMkLst>
        </pc:spChg>
        <pc:spChg chg="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13" creationId="{72B3FFE7-3E67-8C2D-A583-3C33D15190BD}"/>
          </ac:spMkLst>
        </pc:spChg>
        <pc:spChg chg="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14" creationId="{195DF90E-A898-8D3A-82B5-4589246F1A3B}"/>
          </ac:spMkLst>
        </pc:spChg>
        <pc:spChg chg="add mod">
          <ac:chgData name="Dorothy Hou" userId="3a8e4b93-b53d-4bd1-9b43-521f3d7712b0" providerId="ADAL" clId="{167A8EEA-5A20-4677-A031-4D92B4F9CE28}" dt="2026-10-07T15:35:43.399" v="5000" actId="1076"/>
          <ac:spMkLst>
            <pc:docMk/>
            <pc:sldMk cId="3015635593" sldId="266"/>
            <ac:spMk id="15" creationId="{41C03487-7287-347E-F3E2-66D77FE6CDA6}"/>
          </ac:spMkLst>
        </pc:spChg>
        <pc:spChg chg="add 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17" creationId="{74BD85AD-FF71-AB71-838F-D141811DF2B7}"/>
          </ac:spMkLst>
        </pc:spChg>
        <pc:spChg chg="add mod">
          <ac:chgData name="Dorothy Hou" userId="3a8e4b93-b53d-4bd1-9b43-521f3d7712b0" providerId="ADAL" clId="{167A8EEA-5A20-4677-A031-4D92B4F9CE28}" dt="2026-10-07T15:35:43.399" v="5000" actId="1076"/>
          <ac:spMkLst>
            <pc:docMk/>
            <pc:sldMk cId="3015635593" sldId="266"/>
            <ac:spMk id="23" creationId="{C34DA540-C324-F4B6-226A-486182CAC618}"/>
          </ac:spMkLst>
        </pc:spChg>
        <pc:spChg chg="add 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25" creationId="{C6983508-E3F2-B9A0-3450-66651E857C6C}"/>
          </ac:spMkLst>
        </pc:spChg>
        <pc:spChg chg="add 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29" creationId="{69593181-FFB1-541D-DD2C-10078775251C}"/>
          </ac:spMkLst>
        </pc:spChg>
        <pc:spChg chg="add 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31" creationId="{974EFD00-A878-699E-86F9-6C1B0EB02D63}"/>
          </ac:spMkLst>
        </pc:spChg>
        <pc:spChg chg="add 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33" creationId="{290E96DB-B0C0-5B58-2CCA-54CE667FBFDC}"/>
          </ac:spMkLst>
        </pc:spChg>
        <pc:spChg chg="add 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34" creationId="{E43CF579-9E5A-BBC3-72E6-99E339F01113}"/>
          </ac:spMkLst>
        </pc:spChg>
        <pc:spChg chg="add mod">
          <ac:chgData name="Dorothy Hou" userId="3a8e4b93-b53d-4bd1-9b43-521f3d7712b0" providerId="ADAL" clId="{167A8EEA-5A20-4677-A031-4D92B4F9CE28}" dt="2026-10-07T15:38:00.413" v="5031" actId="14100"/>
          <ac:spMkLst>
            <pc:docMk/>
            <pc:sldMk cId="3015635593" sldId="266"/>
            <ac:spMk id="38" creationId="{F89E57F7-2438-0228-04A5-1FAE7A8C04AB}"/>
          </ac:spMkLst>
        </pc:spChg>
        <pc:spChg chg="add 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40" creationId="{6EF40319-8FDE-AB0E-411A-D03BD0DA4218}"/>
          </ac:spMkLst>
        </pc:spChg>
        <pc:spChg chg="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68" creationId="{DEBE04CA-3AF1-466E-28F1-6609ACA7043F}"/>
          </ac:spMkLst>
        </pc:spChg>
        <pc:spChg chg="mod">
          <ac:chgData name="Dorothy Hou" userId="3a8e4b93-b53d-4bd1-9b43-521f3d7712b0" providerId="ADAL" clId="{167A8EEA-5A20-4677-A031-4D92B4F9CE28}" dt="2026-10-07T15:39:14.916" v="5034" actId="1076"/>
          <ac:spMkLst>
            <pc:docMk/>
            <pc:sldMk cId="3015635593" sldId="266"/>
            <ac:spMk id="69" creationId="{37147663-DEA8-D65D-9141-FF86398A3107}"/>
          </ac:spMkLst>
        </pc:spChg>
        <pc:spChg chg="add mo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82" creationId="{1577AD54-3AE9-0AF1-A1FC-8F3B46EF14CB}"/>
          </ac:spMkLst>
        </pc:spChg>
        <pc:spChg chg="add del mod ord topLvl">
          <ac:chgData name="Dorothy Hou" userId="3a8e4b93-b53d-4bd1-9b43-521f3d7712b0" providerId="ADAL" clId="{167A8EEA-5A20-4677-A031-4D92B4F9CE28}" dt="2026-10-07T15:40:51.941" v="5040" actId="164"/>
          <ac:spMkLst>
            <pc:docMk/>
            <pc:sldMk cId="3015635593" sldId="266"/>
            <ac:spMk id="140" creationId="{5A6A5260-A722-5748-9CF0-D197962EDE63}"/>
          </ac:spMkLst>
        </pc:spChg>
        <pc:spChg chg="mod ord">
          <ac:chgData name="Dorothy Hou" userId="3a8e4b93-b53d-4bd1-9b43-521f3d7712b0" providerId="ADAL" clId="{167A8EEA-5A20-4677-A031-4D92B4F9CE28}" dt="2026-10-07T15:39:04.686" v="5033" actId="14100"/>
          <ac:spMkLst>
            <pc:docMk/>
            <pc:sldMk cId="3015635593" sldId="266"/>
            <ac:spMk id="145" creationId="{E04891F3-FAE4-83FE-AF81-CE7D119FB411}"/>
          </ac:spMkLst>
        </pc:spChg>
        <pc:spChg chg="mod ord">
          <ac:chgData name="Dorothy Hou" userId="3a8e4b93-b53d-4bd1-9b43-521f3d7712b0" providerId="ADAL" clId="{167A8EEA-5A20-4677-A031-4D92B4F9CE28}" dt="2026-10-07T15:37:15.436" v="5023" actId="207"/>
          <ac:spMkLst>
            <pc:docMk/>
            <pc:sldMk cId="3015635593" sldId="266"/>
            <ac:spMk id="146" creationId="{4F7200A0-3B13-E0BB-B749-5FEA383B8440}"/>
          </ac:spMkLst>
        </pc:spChg>
        <pc:cxnChg chg="mod">
          <ac:chgData name="Dorothy Hou" userId="3a8e4b93-b53d-4bd1-9b43-521f3d7712b0" providerId="ADAL" clId="{167A8EEA-5A20-4677-A031-4D92B4F9CE28}" dt="2026-10-07T15:36:31.080" v="5011" actId="14100"/>
          <ac:cxnSpMkLst>
            <pc:docMk/>
            <pc:sldMk cId="3015635593" sldId="266"/>
            <ac:cxnSpMk id="55" creationId="{69A5BEA5-680C-3ACC-D87C-DF4AF507A80F}"/>
          </ac:cxnSpMkLst>
        </pc:cxnChg>
        <pc:cxnChg chg="mod">
          <ac:chgData name="Dorothy Hou" userId="3a8e4b93-b53d-4bd1-9b43-521f3d7712b0" providerId="ADAL" clId="{167A8EEA-5A20-4677-A031-4D92B4F9CE28}" dt="2026-10-07T15:36:33.096" v="5012" actId="14100"/>
          <ac:cxnSpMkLst>
            <pc:docMk/>
            <pc:sldMk cId="3015635593" sldId="266"/>
            <ac:cxnSpMk id="56" creationId="{D40C6E15-B46E-F7E6-32D3-DA27EAC9C5F7}"/>
          </ac:cxnSpMkLst>
        </pc:cxnChg>
        <pc:cxnChg chg="mod">
          <ac:chgData name="Dorothy Hou" userId="3a8e4b93-b53d-4bd1-9b43-521f3d7712b0" providerId="ADAL" clId="{167A8EEA-5A20-4677-A031-4D92B4F9CE28}" dt="2026-10-07T15:36:35.537" v="5013" actId="14100"/>
          <ac:cxnSpMkLst>
            <pc:docMk/>
            <pc:sldMk cId="3015635593" sldId="266"/>
            <ac:cxnSpMk id="58" creationId="{B58D4D2C-AE76-BB4A-13F9-8DA89316145E}"/>
          </ac:cxnSpMkLst>
        </pc:cxnChg>
        <pc:cxnChg chg="add del mod">
          <ac:chgData name="Dorothy Hou" userId="3a8e4b93-b53d-4bd1-9b43-521f3d7712b0" providerId="ADAL" clId="{167A8EEA-5A20-4677-A031-4D92B4F9CE28}" dt="2026-10-07T15:36:12.193" v="5005" actId="478"/>
          <ac:cxnSpMkLst>
            <pc:docMk/>
            <pc:sldMk cId="3015635593" sldId="266"/>
            <ac:cxnSpMk id="65" creationId="{54AE6873-C16E-1E40-BACC-8615AEC94565}"/>
          </ac:cxnSpMkLst>
        </pc:cxnChg>
        <pc:cxnChg chg="add del mod">
          <ac:chgData name="Dorothy Hou" userId="3a8e4b93-b53d-4bd1-9b43-521f3d7712b0" providerId="ADAL" clId="{167A8EEA-5A20-4677-A031-4D92B4F9CE28}" dt="2026-10-07T15:36:18.095" v="5007" actId="478"/>
          <ac:cxnSpMkLst>
            <pc:docMk/>
            <pc:sldMk cId="3015635593" sldId="266"/>
            <ac:cxnSpMk id="72" creationId="{EA6FFB74-5BBD-5A3A-8D44-C2E8B5CA8A7B}"/>
          </ac:cxnSpMkLst>
        </pc:cxnChg>
        <pc:cxnChg chg="add del mod">
          <ac:chgData name="Dorothy Hou" userId="3a8e4b93-b53d-4bd1-9b43-521f3d7712b0" providerId="ADAL" clId="{167A8EEA-5A20-4677-A031-4D92B4F9CE28}" dt="2026-10-07T15:36:17.476" v="5006" actId="478"/>
          <ac:cxnSpMkLst>
            <pc:docMk/>
            <pc:sldMk cId="3015635593" sldId="266"/>
            <ac:cxnSpMk id="73" creationId="{BD101E43-8037-0097-C256-635B29B5BDF3}"/>
          </ac:cxnSpMkLst>
        </pc:cxnChg>
      </pc:sldChg>
      <pc:sldChg chg="addSp modSp new mod modAnim">
        <pc:chgData name="Dorothy Hou" userId="3a8e4b93-b53d-4bd1-9b43-521f3d7712b0" providerId="ADAL" clId="{167A8EEA-5A20-4677-A031-4D92B4F9CE28}" dt="2026-10-08T07:38:57.339" v="5356" actId="368"/>
        <pc:sldMkLst>
          <pc:docMk/>
          <pc:sldMk cId="586475883" sldId="267"/>
        </pc:sldMkLst>
        <pc:spChg chg="mod">
          <ac:chgData name="Dorothy Hou" userId="3a8e4b93-b53d-4bd1-9b43-521f3d7712b0" providerId="ADAL" clId="{167A8EEA-5A20-4677-A031-4D92B4F9CE28}" dt="2026-10-08T07:32:53.054" v="5092" actId="20577"/>
          <ac:spMkLst>
            <pc:docMk/>
            <pc:sldMk cId="586475883" sldId="267"/>
            <ac:spMk id="2" creationId="{C2373BC5-5E54-81B9-57CF-E1701A3F0309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4" creationId="{406577B1-CF73-A868-242B-C741B4FF3A8D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5" creationId="{2EE696DE-B0DB-CB73-8CAF-D2A2EB300697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6" creationId="{119EF689-44CC-5E22-DE73-675F4E19B8DD}"/>
          </ac:spMkLst>
        </pc:spChg>
        <pc:spChg chg="add mod">
          <ac:chgData name="Dorothy Hou" userId="3a8e4b93-b53d-4bd1-9b43-521f3d7712b0" providerId="ADAL" clId="{167A8EEA-5A20-4677-A031-4D92B4F9CE28}" dt="2026-10-08T07:31:56.090" v="5055" actId="1076"/>
          <ac:spMkLst>
            <pc:docMk/>
            <pc:sldMk cId="586475883" sldId="267"/>
            <ac:spMk id="7" creationId="{396F7307-EF45-62FD-DAD0-FE8C36265E48}"/>
          </ac:spMkLst>
        </pc:spChg>
        <pc:spChg chg="add mod">
          <ac:chgData name="Dorothy Hou" userId="3a8e4b93-b53d-4bd1-9b43-521f3d7712b0" providerId="ADAL" clId="{167A8EEA-5A20-4677-A031-4D92B4F9CE28}" dt="2026-10-08T07:38:57.339" v="5356" actId="368"/>
          <ac:spMkLst>
            <pc:docMk/>
            <pc:sldMk cId="586475883" sldId="267"/>
            <ac:spMk id="12" creationId="{B766BA7A-D7D1-2DDC-887A-459D67EC24F3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13" creationId="{DFFF5AEE-6B75-5B68-D317-5503439EE7BB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16" creationId="{E11650FC-91CE-FB52-3EC8-04FEEAD95818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20" creationId="{F7B84A7D-DBE4-CCF2-3274-0A7F412E2AB9}"/>
          </ac:spMkLst>
        </pc:spChg>
        <pc:spChg chg="add mod">
          <ac:chgData name="Dorothy Hou" userId="3a8e4b93-b53d-4bd1-9b43-521f3d7712b0" providerId="ADAL" clId="{167A8EEA-5A20-4677-A031-4D92B4F9CE28}" dt="2026-10-08T07:33:15.955" v="5093" actId="2711"/>
          <ac:spMkLst>
            <pc:docMk/>
            <pc:sldMk cId="586475883" sldId="267"/>
            <ac:spMk id="21" creationId="{49882834-6FEC-2F28-1299-32C62C74F112}"/>
          </ac:spMkLst>
        </pc:spChg>
        <pc:picChg chg="add mod">
          <ac:chgData name="Dorothy Hou" userId="3a8e4b93-b53d-4bd1-9b43-521f3d7712b0" providerId="ADAL" clId="{167A8EEA-5A20-4677-A031-4D92B4F9CE28}" dt="2026-10-08T07:33:15.955" v="5093" actId="2711"/>
          <ac:picMkLst>
            <pc:docMk/>
            <pc:sldMk cId="586475883" sldId="267"/>
            <ac:picMk id="3" creationId="{D17439BD-0B50-CAC8-0D9B-BE0451BB6340}"/>
          </ac:picMkLst>
        </pc:picChg>
        <pc:picChg chg="mod">
          <ac:chgData name="Dorothy Hou" userId="3a8e4b93-b53d-4bd1-9b43-521f3d7712b0" providerId="ADAL" clId="{167A8EEA-5A20-4677-A031-4D92B4F9CE28}" dt="2026-10-08T07:33:15.955" v="5093" actId="2711"/>
          <ac:picMkLst>
            <pc:docMk/>
            <pc:sldMk cId="586475883" sldId="267"/>
            <ac:picMk id="19" creationId="{36D827FC-D5FF-6DA8-9FF7-87C74D4EE8C9}"/>
          </ac:picMkLst>
        </pc:picChg>
      </pc:sldChg>
      <pc:sldChg chg="addSp delSp modSp add mod addAnim delAnim modAnim">
        <pc:chgData name="Dorothy Hou" userId="3a8e4b93-b53d-4bd1-9b43-521f3d7712b0" providerId="ADAL" clId="{167A8EEA-5A20-4677-A031-4D92B4F9CE28}" dt="2026-10-08T08:33:38.396" v="7319" actId="164"/>
        <pc:sldMkLst>
          <pc:docMk/>
          <pc:sldMk cId="679170717" sldId="268"/>
        </pc:sldMkLst>
        <pc:spChg chg="mod">
          <ac:chgData name="Dorothy Hou" userId="3a8e4b93-b53d-4bd1-9b43-521f3d7712b0" providerId="ADAL" clId="{167A8EEA-5A20-4677-A031-4D92B4F9CE28}" dt="2026-10-08T07:44:32.059" v="5549" actId="1076"/>
          <ac:spMkLst>
            <pc:docMk/>
            <pc:sldMk cId="679170717" sldId="268"/>
            <ac:spMk id="2" creationId="{672BCABD-D425-1D52-EB50-BA7F55CD6822}"/>
          </ac:spMkLst>
        </pc:spChg>
        <pc:spChg chg="mod">
          <ac:chgData name="Dorothy Hou" userId="3a8e4b93-b53d-4bd1-9b43-521f3d7712b0" providerId="ADAL" clId="{167A8EEA-5A20-4677-A031-4D92B4F9CE28}" dt="2026-10-08T08:33:30.736" v="7317" actId="1076"/>
          <ac:spMkLst>
            <pc:docMk/>
            <pc:sldMk cId="679170717" sldId="268"/>
            <ac:spMk id="4" creationId="{866A8562-172C-6B1C-8A95-CD72F846600E}"/>
          </ac:spMkLst>
        </pc:spChg>
        <pc:spChg chg="mod">
          <ac:chgData name="Dorothy Hou" userId="3a8e4b93-b53d-4bd1-9b43-521f3d7712b0" providerId="ADAL" clId="{167A8EEA-5A20-4677-A031-4D92B4F9CE28}" dt="2026-10-08T08:32:16.769" v="7297" actId="1076"/>
          <ac:spMkLst>
            <pc:docMk/>
            <pc:sldMk cId="679170717" sldId="268"/>
            <ac:spMk id="5" creationId="{C50E1EB2-05EE-2E00-AC32-C7277E630A88}"/>
          </ac:spMkLst>
        </pc:spChg>
        <pc:spChg chg="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6" creationId="{940950AD-D569-8508-1CBE-A5303AE11CAA}"/>
          </ac:spMkLst>
        </pc:spChg>
        <pc:spChg chg="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7" creationId="{8874D62F-1E78-ED56-8F40-604401AF6A3E}"/>
          </ac:spMkLst>
        </pc:spChg>
        <pc:spChg chg="add mod">
          <ac:chgData name="Dorothy Hou" userId="3a8e4b93-b53d-4bd1-9b43-521f3d7712b0" providerId="ADAL" clId="{167A8EEA-5A20-4677-A031-4D92B4F9CE28}" dt="2026-10-08T08:33:03.257" v="7310" actId="554"/>
          <ac:spMkLst>
            <pc:docMk/>
            <pc:sldMk cId="679170717" sldId="268"/>
            <ac:spMk id="27" creationId="{70A06ABC-D481-DF08-441B-65C81965AC16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29" creationId="{1E8C266E-17CF-3A09-1773-FDFA3CFE296F}"/>
          </ac:spMkLst>
        </pc:spChg>
        <pc:spChg chg="add mod">
          <ac:chgData name="Dorothy Hou" userId="3a8e4b93-b53d-4bd1-9b43-521f3d7712b0" providerId="ADAL" clId="{167A8EEA-5A20-4677-A031-4D92B4F9CE28}" dt="2026-10-08T08:32:16.769" v="7297" actId="1076"/>
          <ac:spMkLst>
            <pc:docMk/>
            <pc:sldMk cId="679170717" sldId="268"/>
            <ac:spMk id="37" creationId="{2931C309-6B2E-2C45-F614-00999B571FFB}"/>
          </ac:spMkLst>
        </pc:spChg>
        <pc:spChg chg="add del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38" creationId="{3E498D19-D1C2-147E-3B1C-FB4AD1FDE379}"/>
          </ac:spMkLst>
        </pc:spChg>
        <pc:spChg chg="add del mod">
          <ac:chgData name="Dorothy Hou" userId="3a8e4b93-b53d-4bd1-9b43-521f3d7712b0" providerId="ADAL" clId="{167A8EEA-5A20-4677-A031-4D92B4F9CE28}" dt="2026-10-08T08:33:08.370" v="7312" actId="1076"/>
          <ac:spMkLst>
            <pc:docMk/>
            <pc:sldMk cId="679170717" sldId="268"/>
            <ac:spMk id="48" creationId="{143881A3-EE37-D05E-F837-C5255234EFFA}"/>
          </ac:spMkLst>
        </pc:spChg>
        <pc:spChg chg="add mod">
          <ac:chgData name="Dorothy Hou" userId="3a8e4b93-b53d-4bd1-9b43-521f3d7712b0" providerId="ADAL" clId="{167A8EEA-5A20-4677-A031-4D92B4F9CE28}" dt="2026-10-08T08:33:30.736" v="7317" actId="1076"/>
          <ac:spMkLst>
            <pc:docMk/>
            <pc:sldMk cId="679170717" sldId="268"/>
            <ac:spMk id="60" creationId="{75E6F9BB-1100-6BEA-38BD-3E8F4EFE14C0}"/>
          </ac:spMkLst>
        </pc:spChg>
        <pc:spChg chg="add mod">
          <ac:chgData name="Dorothy Hou" userId="3a8e4b93-b53d-4bd1-9b43-521f3d7712b0" providerId="ADAL" clId="{167A8EEA-5A20-4677-A031-4D92B4F9CE28}" dt="2026-10-08T08:32:16.769" v="7297" actId="1076"/>
          <ac:spMkLst>
            <pc:docMk/>
            <pc:sldMk cId="679170717" sldId="268"/>
            <ac:spMk id="62" creationId="{20328DC0-B2B0-1A55-017A-0A2EC6A58D0B}"/>
          </ac:spMkLst>
        </pc:spChg>
        <pc:spChg chg="add mod">
          <ac:chgData name="Dorothy Hou" userId="3a8e4b93-b53d-4bd1-9b43-521f3d7712b0" providerId="ADAL" clId="{167A8EEA-5A20-4677-A031-4D92B4F9CE28}" dt="2026-10-08T08:20:06.335" v="7211" actId="20577"/>
          <ac:spMkLst>
            <pc:docMk/>
            <pc:sldMk cId="679170717" sldId="268"/>
            <ac:spMk id="63" creationId="{5989E2DC-B60C-AA21-DD4D-98F6843564C3}"/>
          </ac:spMkLst>
        </pc:spChg>
        <pc:spChg chg="add mod">
          <ac:chgData name="Dorothy Hou" userId="3a8e4b93-b53d-4bd1-9b43-521f3d7712b0" providerId="ADAL" clId="{167A8EEA-5A20-4677-A031-4D92B4F9CE28}" dt="2026-10-08T08:21:30.702" v="7240" actId="1076"/>
          <ac:spMkLst>
            <pc:docMk/>
            <pc:sldMk cId="679170717" sldId="268"/>
            <ac:spMk id="73" creationId="{83B988CE-FDD3-52AB-6328-463A32AA7E7D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81" creationId="{3C293160-C6ED-8A6C-17AD-2F10F7783E82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83" creationId="{CBB1AB09-C263-78D7-106E-758F209C3468}"/>
          </ac:spMkLst>
        </pc:spChg>
        <pc:spChg chg="add mod">
          <ac:chgData name="Dorothy Hou" userId="3a8e4b93-b53d-4bd1-9b43-521f3d7712b0" providerId="ADAL" clId="{167A8EEA-5A20-4677-A031-4D92B4F9CE28}" dt="2026-10-08T08:33:34.883" v="7318" actId="1076"/>
          <ac:spMkLst>
            <pc:docMk/>
            <pc:sldMk cId="679170717" sldId="268"/>
            <ac:spMk id="85" creationId="{B0A6272B-4917-21FA-76F5-C24222B9B5E2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87" creationId="{B6EC9AB0-2CC6-D2D4-0D87-539C3E547308}"/>
          </ac:spMkLst>
        </pc:spChg>
        <pc:spChg chg="add mod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105" creationId="{90D8F735-BD7B-F5DC-5013-705717A8249A}"/>
          </ac:spMkLst>
        </pc:spChg>
        <pc:spChg chg="add mod">
          <ac:chgData name="Dorothy Hou" userId="3a8e4b93-b53d-4bd1-9b43-521f3d7712b0" providerId="ADAL" clId="{167A8EEA-5A20-4677-A031-4D92B4F9CE28}" dt="2026-10-08T08:32:16.769" v="7297" actId="1076"/>
          <ac:spMkLst>
            <pc:docMk/>
            <pc:sldMk cId="679170717" sldId="268"/>
            <ac:spMk id="106" creationId="{D58E6FBB-A4E1-46DD-5A43-7A039A0BA431}"/>
          </ac:spMkLst>
        </pc:spChg>
        <pc:spChg chg="add mod">
          <ac:chgData name="Dorothy Hou" userId="3a8e4b93-b53d-4bd1-9b43-521f3d7712b0" providerId="ADAL" clId="{167A8EEA-5A20-4677-A031-4D92B4F9CE28}" dt="2026-10-08T08:31:42.260" v="7288" actId="554"/>
          <ac:spMkLst>
            <pc:docMk/>
            <pc:sldMk cId="679170717" sldId="268"/>
            <ac:spMk id="111" creationId="{8FE9B41E-5B62-017F-B722-FD5D74E42B4A}"/>
          </ac:spMkLst>
        </pc:spChg>
        <pc:spChg chg="add mod">
          <ac:chgData name="Dorothy Hou" userId="3a8e4b93-b53d-4bd1-9b43-521f3d7712b0" providerId="ADAL" clId="{167A8EEA-5A20-4677-A031-4D92B4F9CE28}" dt="2026-10-08T08:10:41.936" v="6708" actId="1076"/>
          <ac:spMkLst>
            <pc:docMk/>
            <pc:sldMk cId="679170717" sldId="268"/>
            <ac:spMk id="112" creationId="{4561E255-686E-32BA-2883-611B94ECC3E3}"/>
          </ac:spMkLst>
        </pc:spChg>
        <pc:spChg chg="add mod">
          <ac:chgData name="Dorothy Hou" userId="3a8e4b93-b53d-4bd1-9b43-521f3d7712b0" providerId="ADAL" clId="{167A8EEA-5A20-4677-A031-4D92B4F9CE28}" dt="2026-10-08T08:31:42.260" v="7288" actId="554"/>
          <ac:spMkLst>
            <pc:docMk/>
            <pc:sldMk cId="679170717" sldId="268"/>
            <ac:spMk id="113" creationId="{50FE530A-59E5-97BE-B47A-E4E04DC637E1}"/>
          </ac:spMkLst>
        </pc:spChg>
        <pc:spChg chg="add mod">
          <ac:chgData name="Dorothy Hou" userId="3a8e4b93-b53d-4bd1-9b43-521f3d7712b0" providerId="ADAL" clId="{167A8EEA-5A20-4677-A031-4D92B4F9CE28}" dt="2026-10-08T08:11:49.499" v="6743" actId="164"/>
          <ac:spMkLst>
            <pc:docMk/>
            <pc:sldMk cId="679170717" sldId="268"/>
            <ac:spMk id="116" creationId="{96DF386B-3A67-D80E-6369-619D18621FE0}"/>
          </ac:spMkLst>
        </pc:spChg>
        <pc:spChg chg="add mod">
          <ac:chgData name="Dorothy Hou" userId="3a8e4b93-b53d-4bd1-9b43-521f3d7712b0" providerId="ADAL" clId="{167A8EEA-5A20-4677-A031-4D92B4F9CE28}" dt="2026-10-08T08:30:17.787" v="7270" actId="165"/>
          <ac:spMkLst>
            <pc:docMk/>
            <pc:sldMk cId="679170717" sldId="268"/>
            <ac:spMk id="117" creationId="{32AE4091-2303-56CA-7569-7CDB475D813A}"/>
          </ac:spMkLst>
        </pc:spChg>
        <pc:spChg chg="mod">
          <ac:chgData name="Dorothy Hou" userId="3a8e4b93-b53d-4bd1-9b43-521f3d7712b0" providerId="ADAL" clId="{167A8EEA-5A20-4677-A031-4D92B4F9CE28}" dt="2026-10-08T08:12:13.987" v="6750"/>
          <ac:spMkLst>
            <pc:docMk/>
            <pc:sldMk cId="679170717" sldId="268"/>
            <ac:spMk id="125" creationId="{971FE264-429A-A6A4-67D6-D1C0F6A1F2C9}"/>
          </ac:spMkLst>
        </pc:spChg>
        <pc:spChg chg="mod">
          <ac:chgData name="Dorothy Hou" userId="3a8e4b93-b53d-4bd1-9b43-521f3d7712b0" providerId="ADAL" clId="{167A8EEA-5A20-4677-A031-4D92B4F9CE28}" dt="2026-10-08T08:12:13.987" v="6750"/>
          <ac:spMkLst>
            <pc:docMk/>
            <pc:sldMk cId="679170717" sldId="268"/>
            <ac:spMk id="127" creationId="{471CF355-69E8-F0E5-9AD2-366EFB2D3B4A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128" creationId="{FF5EC703-0F6D-0D36-15A2-F04B00A9A0AF}"/>
          </ac:spMkLst>
        </pc:spChg>
        <pc:spChg chg="add mod topLvl">
          <ac:chgData name="Dorothy Hou" userId="3a8e4b93-b53d-4bd1-9b43-521f3d7712b0" providerId="ADAL" clId="{167A8EEA-5A20-4677-A031-4D92B4F9CE28}" dt="2026-10-08T08:33:38.396" v="7319" actId="164"/>
          <ac:spMkLst>
            <pc:docMk/>
            <pc:sldMk cId="679170717" sldId="268"/>
            <ac:spMk id="129" creationId="{20D411D0-9AE8-46FA-9F36-804F9B094A00}"/>
          </ac:spMkLst>
        </pc:spChg>
        <pc:spChg chg="add mod">
          <ac:chgData name="Dorothy Hou" userId="3a8e4b93-b53d-4bd1-9b43-521f3d7712b0" providerId="ADAL" clId="{167A8EEA-5A20-4677-A031-4D92B4F9CE28}" dt="2026-10-08T08:33:34.883" v="7318" actId="1076"/>
          <ac:spMkLst>
            <pc:docMk/>
            <pc:sldMk cId="679170717" sldId="268"/>
            <ac:spMk id="135" creationId="{CFCCCB47-47CF-CF6B-0829-632E9644F54E}"/>
          </ac:spMkLst>
        </pc:spChg>
        <pc:grpChg chg="add mod">
          <ac:chgData name="Dorothy Hou" userId="3a8e4b93-b53d-4bd1-9b43-521f3d7712b0" providerId="ADAL" clId="{167A8EEA-5A20-4677-A031-4D92B4F9CE28}" dt="2026-10-08T08:12:09" v="6747" actId="164"/>
          <ac:grpSpMkLst>
            <pc:docMk/>
            <pc:sldMk cId="679170717" sldId="268"/>
            <ac:grpSpMk id="118" creationId="{316D2BFA-4418-64B2-7EBA-640ABF1BD90B}"/>
          </ac:grpSpMkLst>
        </pc:grpChg>
        <pc:grpChg chg="add mod">
          <ac:chgData name="Dorothy Hou" userId="3a8e4b93-b53d-4bd1-9b43-521f3d7712b0" providerId="ADAL" clId="{167A8EEA-5A20-4677-A031-4D92B4F9CE28}" dt="2026-10-08T08:12:09" v="6747" actId="164"/>
          <ac:grpSpMkLst>
            <pc:docMk/>
            <pc:sldMk cId="679170717" sldId="268"/>
            <ac:grpSpMk id="119" creationId="{D80E8E70-1D8F-67E8-80A7-E56CF374EA2C}"/>
          </ac:grpSpMkLst>
        </pc:grpChg>
        <pc:grpChg chg="add mod">
          <ac:chgData name="Dorothy Hou" userId="3a8e4b93-b53d-4bd1-9b43-521f3d7712b0" providerId="ADAL" clId="{167A8EEA-5A20-4677-A031-4D92B4F9CE28}" dt="2026-10-08T08:32:16.769" v="7297" actId="1076"/>
          <ac:grpSpMkLst>
            <pc:docMk/>
            <pc:sldMk cId="679170717" sldId="268"/>
            <ac:grpSpMk id="120" creationId="{E6FB99C8-608C-AC80-A1BA-B3E173AFC484}"/>
          </ac:grpSpMkLst>
        </pc:grpChg>
        <pc:grpChg chg="add mod">
          <ac:chgData name="Dorothy Hou" userId="3a8e4b93-b53d-4bd1-9b43-521f3d7712b0" providerId="ADAL" clId="{167A8EEA-5A20-4677-A031-4D92B4F9CE28}" dt="2026-10-08T08:21:54.428" v="7246" actId="1076"/>
          <ac:grpSpMkLst>
            <pc:docMk/>
            <pc:sldMk cId="679170717" sldId="268"/>
            <ac:grpSpMk id="121" creationId="{3AA954DE-AE6F-5FF5-C104-E0167EC82F17}"/>
          </ac:grpSpMkLst>
        </pc:grpChg>
        <pc:grpChg chg="mod">
          <ac:chgData name="Dorothy Hou" userId="3a8e4b93-b53d-4bd1-9b43-521f3d7712b0" providerId="ADAL" clId="{167A8EEA-5A20-4677-A031-4D92B4F9CE28}" dt="2026-10-08T08:12:13.987" v="6750"/>
          <ac:grpSpMkLst>
            <pc:docMk/>
            <pc:sldMk cId="679170717" sldId="268"/>
            <ac:grpSpMk id="122" creationId="{63299430-2EEF-03BC-F0DA-031C41EC84D7}"/>
          </ac:grpSpMkLst>
        </pc:grpChg>
        <pc:grpChg chg="mod">
          <ac:chgData name="Dorothy Hou" userId="3a8e4b93-b53d-4bd1-9b43-521f3d7712b0" providerId="ADAL" clId="{167A8EEA-5A20-4677-A031-4D92B4F9CE28}" dt="2026-10-08T08:12:13.987" v="6750"/>
          <ac:grpSpMkLst>
            <pc:docMk/>
            <pc:sldMk cId="679170717" sldId="268"/>
            <ac:grpSpMk id="123" creationId="{D2A461E3-201B-B94C-1C5A-8601A01A7770}"/>
          </ac:grpSpMkLst>
        </pc:grpChg>
        <pc:picChg chg="add mod">
          <ac:chgData name="Dorothy Hou" userId="3a8e4b93-b53d-4bd1-9b43-521f3d7712b0" providerId="ADAL" clId="{167A8EEA-5A20-4677-A031-4D92B4F9CE28}" dt="2026-10-08T08:11:49.499" v="6743" actId="164"/>
          <ac:picMkLst>
            <pc:docMk/>
            <pc:sldMk cId="679170717" sldId="268"/>
            <ac:picMk id="103" creationId="{E6B66FBD-3FED-3400-4695-9805C3B8FB00}"/>
          </ac:picMkLst>
        </pc:picChg>
        <pc:picChg chg="add mod">
          <ac:chgData name="Dorothy Hou" userId="3a8e4b93-b53d-4bd1-9b43-521f3d7712b0" providerId="ADAL" clId="{167A8EEA-5A20-4677-A031-4D92B4F9CE28}" dt="2026-10-08T08:11:54.669" v="6745" actId="164"/>
          <ac:picMkLst>
            <pc:docMk/>
            <pc:sldMk cId="679170717" sldId="268"/>
            <ac:picMk id="104" creationId="{67CB6441-586C-5B31-A103-FE721658F299}"/>
          </ac:picMkLst>
        </pc:picChg>
        <pc:picChg chg="mod">
          <ac:chgData name="Dorothy Hou" userId="3a8e4b93-b53d-4bd1-9b43-521f3d7712b0" providerId="ADAL" clId="{167A8EEA-5A20-4677-A031-4D92B4F9CE28}" dt="2026-10-08T08:12:13.987" v="6750"/>
          <ac:picMkLst>
            <pc:docMk/>
            <pc:sldMk cId="679170717" sldId="268"/>
            <ac:picMk id="124" creationId="{6C4D49FA-1834-F196-0422-59C130069D16}"/>
          </ac:picMkLst>
        </pc:picChg>
        <pc:picChg chg="mod">
          <ac:chgData name="Dorothy Hou" userId="3a8e4b93-b53d-4bd1-9b43-521f3d7712b0" providerId="ADAL" clId="{167A8EEA-5A20-4677-A031-4D92B4F9CE28}" dt="2026-10-08T08:12:13.987" v="6750"/>
          <ac:picMkLst>
            <pc:docMk/>
            <pc:sldMk cId="679170717" sldId="268"/>
            <ac:picMk id="126" creationId="{77AAFB2A-DBAF-226D-9487-04E05C69A917}"/>
          </ac:picMkLst>
        </pc:picChg>
        <pc:cxnChg chg="mod">
          <ac:chgData name="Dorothy Hou" userId="3a8e4b93-b53d-4bd1-9b43-521f3d7712b0" providerId="ADAL" clId="{167A8EEA-5A20-4677-A031-4D92B4F9CE28}" dt="2026-10-08T08:33:03.257" v="7310" actId="554"/>
          <ac:cxnSpMkLst>
            <pc:docMk/>
            <pc:sldMk cId="679170717" sldId="268"/>
            <ac:cxnSpMk id="10" creationId="{011B5950-BAE7-438F-00CD-E63B4AEF0DF1}"/>
          </ac:cxnSpMkLst>
        </pc:cxnChg>
        <pc:cxnChg chg="add mod">
          <ac:chgData name="Dorothy Hou" userId="3a8e4b93-b53d-4bd1-9b43-521f3d7712b0" providerId="ADAL" clId="{167A8EEA-5A20-4677-A031-4D92B4F9CE28}" dt="2026-10-08T08:33:03.257" v="7310" actId="554"/>
          <ac:cxnSpMkLst>
            <pc:docMk/>
            <pc:sldMk cId="679170717" sldId="268"/>
            <ac:cxnSpMk id="23" creationId="{BFD8E9A7-081B-B1C5-D774-5D2E6786DA7C}"/>
          </ac:cxnSpMkLst>
        </pc:cxnChg>
        <pc:cxnChg chg="add mod">
          <ac:chgData name="Dorothy Hou" userId="3a8e4b93-b53d-4bd1-9b43-521f3d7712b0" providerId="ADAL" clId="{167A8EEA-5A20-4677-A031-4D92B4F9CE28}" dt="2026-10-08T08:21:30.702" v="7240" actId="1076"/>
          <ac:cxnSpMkLst>
            <pc:docMk/>
            <pc:sldMk cId="679170717" sldId="268"/>
            <ac:cxnSpMk id="31" creationId="{6C6C6B50-0295-9476-F819-F5A7438A3FE3}"/>
          </ac:cxnSpMkLst>
        </pc:cxnChg>
        <pc:cxnChg chg="add mod">
          <ac:chgData name="Dorothy Hou" userId="3a8e4b93-b53d-4bd1-9b43-521f3d7712b0" providerId="ADAL" clId="{167A8EEA-5A20-4677-A031-4D92B4F9CE28}" dt="2026-10-08T08:33:03.257" v="7310" actId="554"/>
          <ac:cxnSpMkLst>
            <pc:docMk/>
            <pc:sldMk cId="679170717" sldId="268"/>
            <ac:cxnSpMk id="34" creationId="{A6DFCEC7-7035-0740-616D-C70BA5E90CC0}"/>
          </ac:cxnSpMkLst>
        </pc:cxnChg>
        <pc:cxnChg chg="add del mod">
          <ac:chgData name="Dorothy Hou" userId="3a8e4b93-b53d-4bd1-9b43-521f3d7712b0" providerId="ADAL" clId="{167A8EEA-5A20-4677-A031-4D92B4F9CE28}" dt="2026-10-08T08:32:53.700" v="7308" actId="1076"/>
          <ac:cxnSpMkLst>
            <pc:docMk/>
            <pc:sldMk cId="679170717" sldId="268"/>
            <ac:cxnSpMk id="39" creationId="{693FC19D-CB85-A1BF-1162-E66201CC3957}"/>
          </ac:cxnSpMkLst>
        </pc:cxnChg>
        <pc:cxnChg chg="add del mod">
          <ac:chgData name="Dorothy Hou" userId="3a8e4b93-b53d-4bd1-9b43-521f3d7712b0" providerId="ADAL" clId="{167A8EEA-5A20-4677-A031-4D92B4F9CE28}" dt="2026-10-08T08:33:08.370" v="7312" actId="1076"/>
          <ac:cxnSpMkLst>
            <pc:docMk/>
            <pc:sldMk cId="679170717" sldId="268"/>
            <ac:cxnSpMk id="49" creationId="{CC3AAC40-F006-F059-CD85-AB04614F0DA9}"/>
          </ac:cxnSpMkLst>
        </pc:cxnChg>
        <pc:cxnChg chg="add mod">
          <ac:chgData name="Dorothy Hou" userId="3a8e4b93-b53d-4bd1-9b43-521f3d7712b0" providerId="ADAL" clId="{167A8EEA-5A20-4677-A031-4D92B4F9CE28}" dt="2026-10-08T08:33:03.257" v="7310" actId="554"/>
          <ac:cxnSpMkLst>
            <pc:docMk/>
            <pc:sldMk cId="679170717" sldId="268"/>
            <ac:cxnSpMk id="53" creationId="{86FB4AD4-C138-8B99-800D-F8443F376704}"/>
          </ac:cxnSpMkLst>
        </pc:cxnChg>
        <pc:cxnChg chg="add mod">
          <ac:chgData name="Dorothy Hou" userId="3a8e4b93-b53d-4bd1-9b43-521f3d7712b0" providerId="ADAL" clId="{167A8EEA-5A20-4677-A031-4D92B4F9CE28}" dt="2026-10-08T08:33:08.370" v="7312" actId="1076"/>
          <ac:cxnSpMkLst>
            <pc:docMk/>
            <pc:sldMk cId="679170717" sldId="268"/>
            <ac:cxnSpMk id="68" creationId="{3B33DA2A-4865-9657-B47E-82D7004AC9E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78FB-B9C7-6B66-2F00-6E275187E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0E587-BF48-8589-7087-13F4B3D00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495D-577C-30E9-D0DC-62598257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06EE-22EC-624A-3361-9870BA3B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347D2-AA4F-65F4-A24B-3A1ED05C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14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E3DB-2682-A6C4-052A-455D6248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309E9-E1DC-5340-2422-5A97A1C4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9569-E36F-1425-414F-961B1A69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6931-2671-3FEC-5D10-2B479A55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D7824-11C8-918A-9433-5E91EDA8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9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308F-F9CD-4FF6-E912-E93F1D9E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C7806-10FB-5D69-710D-C0C60F5B8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74EBD-931F-FFDD-9E83-81BCD04D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F960F-FD90-0E87-2879-7482301B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2B59-3B69-46A2-11BA-B7DB2A02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90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A2A0-A8F6-01DE-61D0-B050C8C1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2E04-58D3-C7F2-25B5-583F33AE2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E80BB-E422-3B5D-4EAB-717F8D56A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CBBC8-FE4E-5B75-68F9-21B60F28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00E59-4327-29FF-062B-37EC3D22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FF9DB-7D38-12B3-4442-3110710E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46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F099-DD55-B1D7-CD03-143217E4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110D1-C494-9597-B979-67561DEA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5E611-2C3D-80BE-142D-AAAC100D4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F7412-091F-3470-7E62-A16636BB5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F96D8-13F2-7CDC-516A-BC1C1BF47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8C8E1-A1AB-5476-C6B3-3DB770B4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402A0B-1652-8F62-5165-41C3B656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C9817B-239B-0C41-78F1-3F21BC73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76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E399-1804-A85C-2BEF-709CE089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6F8EE-CEC0-7D61-DB97-587C8A55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8BE2B-3A74-A169-8444-B18A1ABC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6F5EE-B5C4-6401-610F-33F2599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52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39751-EB49-9058-D6EE-60B9F3C7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11082-1989-3CF7-0517-9DDD8069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CDE09-4772-CC2B-F767-7901D231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65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2B2B-7CC7-D877-1513-9AD58669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959A-90B6-8019-FDFB-6C699FDBF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FC7A0-00DA-2177-E266-3E2DE759F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2850D-786D-EB45-C26E-CEFAF743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26C04-9664-44A3-1BB3-7ADFF80A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FC72A-797A-81E5-A424-6B05A3AB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600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A1E6-E40E-AA87-13E3-316AC24E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6A4A6-2E2B-26D6-F68D-8085CD5E8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1FBA-AF25-A99A-4367-3CAA61A6D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DBE4B-BEB4-9204-1A00-5457A5B0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88DE4-E6B6-68C9-3B90-66EFFE56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39AED-BF4E-346E-712E-69403C93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13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891B-0EF0-CEDD-D1EB-9D7D5AEE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3AFBE-7246-39B3-3B6B-5FE3AD02E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C1DC-0F97-89A2-E01C-59AD46CA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3B5C7-B6F9-441D-95D1-A3246074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010B2-696F-5CDC-B5E4-25E97CB1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436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4DB6F-6245-6E16-EB16-6BFA241C5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E6D41-52F5-C295-A003-60EACC4FC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3D5F4-28EB-37FF-FB3B-0ECAEA4F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147D0-8D89-45E5-8880-EB01E0FE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C55B9-7FF6-AA5C-18FF-96C77C18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41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BF1EA-286F-6AAF-F3E5-B14558F1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B39A2-BF49-3C64-D713-57CDB09C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B10D6-36F2-95A2-6EC3-B82FDF2F5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DC04-C0F9-4BDB-98DD-6C7907CA849D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EF881-57E3-C45F-A759-176DC4496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B36DB-28ED-82E4-ED3E-3DF3EA8B4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37A6A-F62D-4799-B1CB-C8C41CBA4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4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EB0C-7EFE-59F9-634C-32EED313D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AF708-2B71-1A02-2D99-BE96DFC6E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5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97BBD4-43E3-85B1-8206-0D47B1A008B0}"/>
              </a:ext>
            </a:extLst>
          </p:cNvPr>
          <p:cNvSpPr/>
          <p:nvPr/>
        </p:nvSpPr>
        <p:spPr>
          <a:xfrm>
            <a:off x="4171835" y="755903"/>
            <a:ext cx="6011572" cy="438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Childhood Education Care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C8F7D-156E-8137-5632-4D47B90C42C1}"/>
              </a:ext>
            </a:extLst>
          </p:cNvPr>
          <p:cNvSpPr/>
          <p:nvPr/>
        </p:nvSpPr>
        <p:spPr>
          <a:xfrm>
            <a:off x="2955456" y="1591057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Non-profit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D8989-89FC-BFE0-8CF7-25645A88965A}"/>
              </a:ext>
            </a:extLst>
          </p:cNvPr>
          <p:cNvSpPr/>
          <p:nvPr/>
        </p:nvSpPr>
        <p:spPr>
          <a:xfrm>
            <a:off x="9492546" y="1591057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For-profit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37692-68C5-8CD6-1BEA-B1D87C081992}"/>
              </a:ext>
            </a:extLst>
          </p:cNvPr>
          <p:cNvSpPr/>
          <p:nvPr/>
        </p:nvSpPr>
        <p:spPr>
          <a:xfrm>
            <a:off x="7313516" y="1591057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Schools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B2C91-5418-937F-DFB7-678C90C80E0C}"/>
              </a:ext>
            </a:extLst>
          </p:cNvPr>
          <p:cNvSpPr/>
          <p:nvPr/>
        </p:nvSpPr>
        <p:spPr>
          <a:xfrm>
            <a:off x="5134486" y="1591057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Government/State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88E5C-F942-5B43-65CC-753F3F2CD050}"/>
              </a:ext>
            </a:extLst>
          </p:cNvPr>
          <p:cNvSpPr/>
          <p:nvPr/>
        </p:nvSpPr>
        <p:spPr>
          <a:xfrm>
            <a:off x="3193090" y="2767294"/>
            <a:ext cx="5065793" cy="652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Ownership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F62AC1-3CF8-C82B-2CA4-F4AC742FF3D8}"/>
              </a:ext>
            </a:extLst>
          </p:cNvPr>
          <p:cNvSpPr/>
          <p:nvPr/>
        </p:nvSpPr>
        <p:spPr>
          <a:xfrm>
            <a:off x="8823779" y="2762651"/>
            <a:ext cx="2440451" cy="649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Franchisee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E94C44-B021-CB6B-E21D-357DAD868A8D}"/>
              </a:ext>
            </a:extLst>
          </p:cNvPr>
          <p:cNvSpPr/>
          <p:nvPr/>
        </p:nvSpPr>
        <p:spPr>
          <a:xfrm>
            <a:off x="3193090" y="3825845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Brand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A9AEB-9873-B1CF-AE5D-E7405EE79C78}"/>
              </a:ext>
            </a:extLst>
          </p:cNvPr>
          <p:cNvSpPr/>
          <p:nvPr/>
        </p:nvSpPr>
        <p:spPr>
          <a:xfrm>
            <a:off x="5818434" y="3825845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Brands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9039DA-3788-9261-74E6-B9DB43387448}"/>
              </a:ext>
            </a:extLst>
          </p:cNvPr>
          <p:cNvSpPr/>
          <p:nvPr/>
        </p:nvSpPr>
        <p:spPr>
          <a:xfrm>
            <a:off x="5818434" y="487956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0FFB30-8C39-6337-05EB-721697E9FDA8}"/>
              </a:ext>
            </a:extLst>
          </p:cNvPr>
          <p:cNvSpPr/>
          <p:nvPr/>
        </p:nvSpPr>
        <p:spPr>
          <a:xfrm>
            <a:off x="6823249" y="4879571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40E935-C9C5-0D3F-56B7-CEF993DE92D4}"/>
              </a:ext>
            </a:extLst>
          </p:cNvPr>
          <p:cNvSpPr/>
          <p:nvPr/>
        </p:nvSpPr>
        <p:spPr>
          <a:xfrm>
            <a:off x="7830322" y="487957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AFBF2-10BF-C4F2-7BA0-34B8E69362B7}"/>
              </a:ext>
            </a:extLst>
          </p:cNvPr>
          <p:cNvSpPr/>
          <p:nvPr/>
        </p:nvSpPr>
        <p:spPr>
          <a:xfrm>
            <a:off x="8823780" y="3825844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Brand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0D8251-79C0-94D5-7D9F-FEF22BDF4593}"/>
              </a:ext>
            </a:extLst>
          </p:cNvPr>
          <p:cNvSpPr/>
          <p:nvPr/>
        </p:nvSpPr>
        <p:spPr>
          <a:xfrm>
            <a:off x="8823780" y="4879570"/>
            <a:ext cx="430820" cy="3873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E₁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B4B85C-2694-EC4B-6F83-4D93080FF782}"/>
              </a:ext>
            </a:extLst>
          </p:cNvPr>
          <p:cNvSpPr/>
          <p:nvPr/>
        </p:nvSpPr>
        <p:spPr>
          <a:xfrm>
            <a:off x="9828595" y="4879569"/>
            <a:ext cx="430820" cy="3873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E2B2A0-EF9E-DB56-1403-DC2E8DAC71BF}"/>
              </a:ext>
            </a:extLst>
          </p:cNvPr>
          <p:cNvSpPr/>
          <p:nvPr/>
        </p:nvSpPr>
        <p:spPr>
          <a:xfrm>
            <a:off x="10833410" y="4879570"/>
            <a:ext cx="430820" cy="3873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E₃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9B0E52-5074-C361-C3AD-3FE3E47D35B3}"/>
              </a:ext>
            </a:extLst>
          </p:cNvPr>
          <p:cNvSpPr/>
          <p:nvPr/>
        </p:nvSpPr>
        <p:spPr>
          <a:xfrm>
            <a:off x="4197905" y="487956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CF74071-DCB9-4148-AE32-B7AA7EAF9602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3977024" y="1194212"/>
            <a:ext cx="3200597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9414AE-C84F-A322-CE19-DFC421B368C7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6156054" y="1194212"/>
            <a:ext cx="1021567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4A63DD-6BAF-4501-2352-ADD7B2F894A9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7177621" y="1194212"/>
            <a:ext cx="1157463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38EA48-B475-58F1-6DBB-37E25C1174D8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7313516" y="1194212"/>
            <a:ext cx="3200598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9249E-9358-DD32-F5A8-2137987EE95E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3977024" y="2241585"/>
            <a:ext cx="1748963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6DB0C9-2845-AC1D-B569-C654AE5C74D6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5725987" y="2241585"/>
            <a:ext cx="478812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A1930E-13B9-0C2C-DAAE-807F729154A4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10044005" y="2241585"/>
            <a:ext cx="470109" cy="5210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A2D91D-581E-E298-786E-CDCC4B6B2A9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5725987" y="2241585"/>
            <a:ext cx="43006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2DFC4D-DCAE-6873-D507-E48E26AB990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5725987" y="2241585"/>
            <a:ext cx="260909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2B6A29D-501F-49D7-417D-A6EC5674758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413315" y="3420280"/>
            <a:ext cx="1312672" cy="405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ECA3FE5-9512-2A29-DD8C-01C14DEE25C1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725987" y="3420280"/>
            <a:ext cx="1312672" cy="405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47B9F3A-12BF-E633-BBBD-D8B9308E111B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>
            <a:off x="4413315" y="4213218"/>
            <a:ext cx="0" cy="66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31639FD-6F60-F778-ED48-35CF6634EF02}"/>
              </a:ext>
            </a:extLst>
          </p:cNvPr>
          <p:cNvSpPr/>
          <p:nvPr/>
        </p:nvSpPr>
        <p:spPr>
          <a:xfrm>
            <a:off x="1107133" y="1591057"/>
            <a:ext cx="1484626" cy="6663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Types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775715-8855-EF0D-C7C4-3E1CCBD21A8C}"/>
              </a:ext>
            </a:extLst>
          </p:cNvPr>
          <p:cNvSpPr/>
          <p:nvPr/>
        </p:nvSpPr>
        <p:spPr>
          <a:xfrm>
            <a:off x="1107133" y="2762650"/>
            <a:ext cx="1484626" cy="666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Model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EAEF44-E092-3E85-4944-E850E6671A1B}"/>
              </a:ext>
            </a:extLst>
          </p:cNvPr>
          <p:cNvSpPr/>
          <p:nvPr/>
        </p:nvSpPr>
        <p:spPr>
          <a:xfrm>
            <a:off x="1107133" y="3825843"/>
            <a:ext cx="1484626" cy="1441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B5A08F-EF79-55CC-E9A9-8E7681ED75FA}"/>
              </a:ext>
            </a:extLst>
          </p:cNvPr>
          <p:cNvSpPr/>
          <p:nvPr/>
        </p:nvSpPr>
        <p:spPr>
          <a:xfrm>
            <a:off x="3218499" y="6010306"/>
            <a:ext cx="8071140" cy="4183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brands A, B, C, D, E… operate one or more centres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91050ED-C144-57F7-E5AC-38A6255FE90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033844" y="4213218"/>
            <a:ext cx="1004815" cy="66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FA1657-AA60-A461-6781-3C9501798DD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038659" y="4213218"/>
            <a:ext cx="0" cy="66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012B8EF-2289-B676-CF1A-077195F15D4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7038659" y="4213218"/>
            <a:ext cx="1007073" cy="6663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A753E32-798B-E14D-3F41-9D9B9FC92803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10044005" y="3411763"/>
            <a:ext cx="0" cy="4140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145E773-45DE-4DD3-BEA7-B891B2B216A4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9039190" y="4213217"/>
            <a:ext cx="1004815" cy="66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E18FE17-9044-E0D7-89D1-78F2D835D5AF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10044005" y="4213217"/>
            <a:ext cx="0" cy="6663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8E356C5-9E6D-0D54-FD2B-41C8B601B464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>
            <a:off x="10044005" y="4213217"/>
            <a:ext cx="1004815" cy="66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C00CA1-AB23-F611-141F-1B3184634104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249254" y="5073256"/>
            <a:ext cx="573995" cy="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F6C781B-C05C-A0D8-A55F-633D0F60BE4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7254069" y="5073257"/>
            <a:ext cx="576253" cy="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A1D2A3C-6A89-8377-D4DB-9D080B85296C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9254600" y="5073255"/>
            <a:ext cx="573995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ECF3CB9-7215-84B1-73A5-79DAC9B4FFFD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0259415" y="5073255"/>
            <a:ext cx="573995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Curved 128">
            <a:extLst>
              <a:ext uri="{FF2B5EF4-FFF2-40B4-BE49-F238E27FC236}">
                <a16:creationId xmlns:a16="http://schemas.microsoft.com/office/drawing/2014/main" id="{D7C3F316-0418-149E-6ACE-C8CF8B828BEE}"/>
              </a:ext>
            </a:extLst>
          </p:cNvPr>
          <p:cNvCxnSpPr>
            <a:cxnSpLocks/>
            <a:stCxn id="26" idx="2"/>
            <a:endCxn id="12" idx="2"/>
          </p:cNvCxnSpPr>
          <p:nvPr/>
        </p:nvCxnSpPr>
        <p:spPr>
          <a:xfrm rot="16200000" flipH="1">
            <a:off x="5223579" y="4456677"/>
            <a:ext cx="12700" cy="1620529"/>
          </a:xfrm>
          <a:prstGeom prst="curvedConnector3">
            <a:avLst>
              <a:gd name="adj1" fmla="val 1800000"/>
            </a:avLst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Curved 130">
            <a:extLst>
              <a:ext uri="{FF2B5EF4-FFF2-40B4-BE49-F238E27FC236}">
                <a16:creationId xmlns:a16="http://schemas.microsoft.com/office/drawing/2014/main" id="{96FD8623-2FB6-DB3C-4E1B-D5CD3992D0C1}"/>
              </a:ext>
            </a:extLst>
          </p:cNvPr>
          <p:cNvCxnSpPr>
            <a:cxnSpLocks/>
            <a:stCxn id="26" idx="2"/>
            <a:endCxn id="13" idx="2"/>
          </p:cNvCxnSpPr>
          <p:nvPr/>
        </p:nvCxnSpPr>
        <p:spPr>
          <a:xfrm rot="16200000" flipH="1">
            <a:off x="5725986" y="3954271"/>
            <a:ext cx="2" cy="2625344"/>
          </a:xfrm>
          <a:prstGeom prst="curvedConnector3">
            <a:avLst>
              <a:gd name="adj1" fmla="val 11430100000"/>
            </a:avLst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3EB11566-90E5-956D-5639-A889FC2E7A90}"/>
              </a:ext>
            </a:extLst>
          </p:cNvPr>
          <p:cNvSpPr txBox="1"/>
          <p:nvPr/>
        </p:nvSpPr>
        <p:spPr>
          <a:xfrm>
            <a:off x="9192615" y="553400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Intra-brand competition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7C7AEAB-1B99-8076-EBF8-3AF22BDCF928}"/>
              </a:ext>
            </a:extLst>
          </p:cNvPr>
          <p:cNvSpPr txBox="1"/>
          <p:nvPr/>
        </p:nvSpPr>
        <p:spPr>
          <a:xfrm>
            <a:off x="6033844" y="553400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Intra-portfolio competition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3E18687-4E7E-1BD0-09E9-8E8A14DCB267}"/>
              </a:ext>
            </a:extLst>
          </p:cNvPr>
          <p:cNvSpPr txBox="1"/>
          <p:nvPr/>
        </p:nvSpPr>
        <p:spPr>
          <a:xfrm>
            <a:off x="3900244" y="5534008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Inter-brand competition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835331E-FA65-B707-E2F8-47393E58DDF4}"/>
              </a:ext>
            </a:extLst>
          </p:cNvPr>
          <p:cNvCxnSpPr>
            <a:cxnSpLocks/>
            <a:stCxn id="12" idx="2"/>
            <a:endCxn id="14" idx="2"/>
          </p:cNvCxnSpPr>
          <p:nvPr/>
        </p:nvCxnSpPr>
        <p:spPr>
          <a:xfrm rot="16200000" flipH="1">
            <a:off x="7039788" y="4260998"/>
            <a:ext cx="1" cy="2011888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80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5803-F293-7C02-6EFD-5D336747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E80A200-2B98-1715-4844-6369D873B4C5}"/>
              </a:ext>
            </a:extLst>
          </p:cNvPr>
          <p:cNvGrpSpPr/>
          <p:nvPr/>
        </p:nvGrpSpPr>
        <p:grpSpPr>
          <a:xfrm>
            <a:off x="856762" y="307016"/>
            <a:ext cx="10428548" cy="6353628"/>
            <a:chOff x="856762" y="307016"/>
            <a:chExt cx="10428548" cy="63536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E6DFE9-BF07-7B36-DD30-8029F63EB0F4}"/>
                </a:ext>
              </a:extLst>
            </p:cNvPr>
            <p:cNvSpPr/>
            <p:nvPr/>
          </p:nvSpPr>
          <p:spPr>
            <a:xfrm>
              <a:off x="3921464" y="307016"/>
              <a:ext cx="6011572" cy="438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 Childhood Education Care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F36552-9C88-42F6-76B3-D6268831C032}"/>
                </a:ext>
              </a:extLst>
            </p:cNvPr>
            <p:cNvSpPr/>
            <p:nvPr/>
          </p:nvSpPr>
          <p:spPr>
            <a:xfrm>
              <a:off x="2705085" y="1142170"/>
              <a:ext cx="2043135" cy="6505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Non-profit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0E10FE-EDB2-45BC-EB89-1B5B97FEF8F1}"/>
                </a:ext>
              </a:extLst>
            </p:cNvPr>
            <p:cNvSpPr/>
            <p:nvPr/>
          </p:nvSpPr>
          <p:spPr>
            <a:xfrm>
              <a:off x="9242175" y="1142170"/>
              <a:ext cx="2043135" cy="6505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For-profit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FF9B90-2034-2B05-7018-D9D49D6D3399}"/>
                </a:ext>
              </a:extLst>
            </p:cNvPr>
            <p:cNvSpPr/>
            <p:nvPr/>
          </p:nvSpPr>
          <p:spPr>
            <a:xfrm>
              <a:off x="7063145" y="1142170"/>
              <a:ext cx="2043135" cy="6505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Private Schools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F09FB1-EF5C-D971-ECDD-80C1408C8E66}"/>
                </a:ext>
              </a:extLst>
            </p:cNvPr>
            <p:cNvSpPr/>
            <p:nvPr/>
          </p:nvSpPr>
          <p:spPr>
            <a:xfrm>
              <a:off x="4884115" y="1142170"/>
              <a:ext cx="2043135" cy="6505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Government/State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C17A9F-F5CE-3997-0221-A5F2C41D2654}"/>
                </a:ext>
              </a:extLst>
            </p:cNvPr>
            <p:cNvSpPr/>
            <p:nvPr/>
          </p:nvSpPr>
          <p:spPr>
            <a:xfrm>
              <a:off x="2942719" y="2318407"/>
              <a:ext cx="5065793" cy="65298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Corporate Ownership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87EC65-D28F-B188-4DD3-D4F01161B979}"/>
                </a:ext>
              </a:extLst>
            </p:cNvPr>
            <p:cNvSpPr/>
            <p:nvPr/>
          </p:nvSpPr>
          <p:spPr>
            <a:xfrm>
              <a:off x="8573408" y="2313764"/>
              <a:ext cx="2440451" cy="6491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Franchisee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0FC6FB-C57F-A4A3-6ED5-8222F020FF0E}"/>
                </a:ext>
              </a:extLst>
            </p:cNvPr>
            <p:cNvSpPr/>
            <p:nvPr/>
          </p:nvSpPr>
          <p:spPr>
            <a:xfrm>
              <a:off x="2942719" y="3376958"/>
              <a:ext cx="244045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 Brand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91DEC9-DAF7-CB44-DAAF-738EE2FA4C82}"/>
                </a:ext>
              </a:extLst>
            </p:cNvPr>
            <p:cNvSpPr/>
            <p:nvPr/>
          </p:nvSpPr>
          <p:spPr>
            <a:xfrm>
              <a:off x="5568063" y="3376958"/>
              <a:ext cx="244045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Multiple Brands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E750AB-175E-C3AF-DD5B-F368CBC878C3}"/>
                </a:ext>
              </a:extLst>
            </p:cNvPr>
            <p:cNvSpPr/>
            <p:nvPr/>
          </p:nvSpPr>
          <p:spPr>
            <a:xfrm>
              <a:off x="5568063" y="4430682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B3FFE7-3E67-8C2D-A583-3C33D15190BD}"/>
                </a:ext>
              </a:extLst>
            </p:cNvPr>
            <p:cNvSpPr/>
            <p:nvPr/>
          </p:nvSpPr>
          <p:spPr>
            <a:xfrm>
              <a:off x="6572878" y="4430684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5DF90E-A898-8D3A-82B5-4589246F1A3B}"/>
                </a:ext>
              </a:extLst>
            </p:cNvPr>
            <p:cNvSpPr/>
            <p:nvPr/>
          </p:nvSpPr>
          <p:spPr>
            <a:xfrm>
              <a:off x="7579951" y="4430683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E96CEF-0147-CCE3-8009-38B0CA9B75C1}"/>
                </a:ext>
              </a:extLst>
            </p:cNvPr>
            <p:cNvSpPr/>
            <p:nvPr/>
          </p:nvSpPr>
          <p:spPr>
            <a:xfrm>
              <a:off x="8573409" y="3376957"/>
              <a:ext cx="244045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 Brand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14BE17-F42A-C07E-B9C7-1CC5980701A6}"/>
                </a:ext>
              </a:extLst>
            </p:cNvPr>
            <p:cNvSpPr/>
            <p:nvPr/>
          </p:nvSpPr>
          <p:spPr>
            <a:xfrm>
              <a:off x="3947534" y="4430682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7F1731-E01A-11DD-611F-DCF26C76FCF2}"/>
                </a:ext>
              </a:extLst>
            </p:cNvPr>
            <p:cNvCxnSpPr>
              <a:cxnSpLocks/>
              <a:stCxn id="2" idx="2"/>
              <a:endCxn id="3" idx="0"/>
            </p:cNvCxnSpPr>
            <p:nvPr/>
          </p:nvCxnSpPr>
          <p:spPr>
            <a:xfrm flipH="1">
              <a:off x="3726653" y="745325"/>
              <a:ext cx="3200597" cy="3968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DAA1BA4-7196-A0DA-8C85-74BEDB0474FB}"/>
                </a:ext>
              </a:extLst>
            </p:cNvPr>
            <p:cNvCxnSpPr>
              <a:cxnSpLocks/>
              <a:stCxn id="2" idx="2"/>
              <a:endCxn id="6" idx="0"/>
            </p:cNvCxnSpPr>
            <p:nvPr/>
          </p:nvCxnSpPr>
          <p:spPr>
            <a:xfrm flipH="1">
              <a:off x="5905683" y="745325"/>
              <a:ext cx="1021567" cy="3968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46326E0-36ED-BEC8-DBF8-73447254624B}"/>
                </a:ext>
              </a:extLst>
            </p:cNvPr>
            <p:cNvCxnSpPr>
              <a:cxnSpLocks/>
              <a:stCxn id="2" idx="2"/>
              <a:endCxn id="5" idx="0"/>
            </p:cNvCxnSpPr>
            <p:nvPr/>
          </p:nvCxnSpPr>
          <p:spPr>
            <a:xfrm>
              <a:off x="6927250" y="745325"/>
              <a:ext cx="1157463" cy="3968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096ECA0-5D72-7C7A-873D-EE67F88520D0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7063145" y="745325"/>
              <a:ext cx="3200598" cy="3968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E270CE6-9D24-5C0E-4CDC-AC9557D266E4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3726653" y="1792698"/>
              <a:ext cx="1748963" cy="525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5D9D31F-8D48-8174-1D05-D07C7B912BF9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 flipH="1">
              <a:off x="5475616" y="1792698"/>
              <a:ext cx="4788127" cy="525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524B286-234B-1AAC-7DC9-415663967C4F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 flipH="1">
              <a:off x="9793634" y="1792698"/>
              <a:ext cx="470109" cy="5210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7BEDC9F-DEB3-349F-D13A-38856A4E5142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 flipH="1">
              <a:off x="5475616" y="1792698"/>
              <a:ext cx="430067" cy="525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9399BB6-54B2-ADCC-EE37-BB54A8A8C1F4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5475616" y="1792698"/>
              <a:ext cx="2609097" cy="525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0B96D19-E339-1D8D-454C-D2F3E7F61689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4162944" y="2971393"/>
              <a:ext cx="1312672" cy="4055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C67FCA1-4C30-7ACF-C46F-7257FA35A3F4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5475616" y="2971393"/>
              <a:ext cx="1312672" cy="4055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F76B4A1-6DB9-5C0F-587D-03EEF08D511A}"/>
                </a:ext>
              </a:extLst>
            </p:cNvPr>
            <p:cNvCxnSpPr>
              <a:cxnSpLocks/>
              <a:stCxn id="10" idx="2"/>
              <a:endCxn id="26" idx="0"/>
            </p:cNvCxnSpPr>
            <p:nvPr/>
          </p:nvCxnSpPr>
          <p:spPr>
            <a:xfrm>
              <a:off x="4162944" y="3764331"/>
              <a:ext cx="0" cy="66635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08518D-222B-68CC-2D76-EF775EDD054D}"/>
                </a:ext>
              </a:extLst>
            </p:cNvPr>
            <p:cNvSpPr/>
            <p:nvPr/>
          </p:nvSpPr>
          <p:spPr>
            <a:xfrm>
              <a:off x="856762" y="1142170"/>
              <a:ext cx="1484626" cy="6663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Management Types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EBE04CA-3AF1-466E-28F1-6609ACA7043F}"/>
                </a:ext>
              </a:extLst>
            </p:cNvPr>
            <p:cNvSpPr/>
            <p:nvPr/>
          </p:nvSpPr>
          <p:spPr>
            <a:xfrm>
              <a:off x="856762" y="2313763"/>
              <a:ext cx="1484626" cy="6663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Ownership Model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7147663-DEA8-D65D-9141-FF86398A3107}"/>
                </a:ext>
              </a:extLst>
            </p:cNvPr>
            <p:cNvSpPr/>
            <p:nvPr/>
          </p:nvSpPr>
          <p:spPr>
            <a:xfrm>
              <a:off x="856762" y="3376956"/>
              <a:ext cx="1484626" cy="14410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Brands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244E7DF-CCA6-2CBF-8998-52F79617BFD9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flipH="1">
              <a:off x="5783473" y="3764331"/>
              <a:ext cx="1004815" cy="66635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691A75BF-83C7-A07F-1349-06C9BD869F89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6788288" y="3764331"/>
              <a:ext cx="0" cy="6663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9401F62-6E2C-AE9A-26F0-1216A71E08B9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>
              <a:off x="6788288" y="3764331"/>
              <a:ext cx="1007073" cy="6663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1924589-556E-7C30-032F-5926EE782C42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9793634" y="2962876"/>
              <a:ext cx="0" cy="414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B72224B-6127-C7DA-31F1-D5ACBEEAC9E7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5998883" y="4624369"/>
              <a:ext cx="573995" cy="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19717B9A-64AC-97CA-D7E3-A669BD1ED0CA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 flipV="1">
              <a:off x="7003698" y="4624370"/>
              <a:ext cx="576253" cy="1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: Curved 128">
              <a:extLst>
                <a:ext uri="{FF2B5EF4-FFF2-40B4-BE49-F238E27FC236}">
                  <a16:creationId xmlns:a16="http://schemas.microsoft.com/office/drawing/2014/main" id="{0A8DB369-301D-190D-8562-BE111FA67614}"/>
                </a:ext>
              </a:extLst>
            </p:cNvPr>
            <p:cNvCxnSpPr>
              <a:cxnSpLocks/>
              <a:stCxn id="26" idx="2"/>
              <a:endCxn id="12" idx="2"/>
            </p:cNvCxnSpPr>
            <p:nvPr/>
          </p:nvCxnSpPr>
          <p:spPr>
            <a:xfrm rot="16200000" flipH="1">
              <a:off x="4973208" y="4007790"/>
              <a:ext cx="12700" cy="1620529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Curved 130">
              <a:extLst>
                <a:ext uri="{FF2B5EF4-FFF2-40B4-BE49-F238E27FC236}">
                  <a16:creationId xmlns:a16="http://schemas.microsoft.com/office/drawing/2014/main" id="{A73E0CAD-E2E0-4D28-2403-929B6F6EDC72}"/>
                </a:ext>
              </a:extLst>
            </p:cNvPr>
            <p:cNvCxnSpPr>
              <a:cxnSpLocks/>
              <a:stCxn id="26" idx="2"/>
              <a:endCxn id="13" idx="2"/>
            </p:cNvCxnSpPr>
            <p:nvPr/>
          </p:nvCxnSpPr>
          <p:spPr>
            <a:xfrm rot="16200000" flipH="1">
              <a:off x="5475615" y="3505384"/>
              <a:ext cx="2" cy="2625344"/>
            </a:xfrm>
            <a:prstGeom prst="curvedConnector3">
              <a:avLst>
                <a:gd name="adj1" fmla="val 11430100000"/>
              </a:avLst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B4E30F4E-FBA5-AFC3-2837-50EC3DA26EED}"/>
                </a:ext>
              </a:extLst>
            </p:cNvPr>
            <p:cNvCxnSpPr>
              <a:cxnSpLocks/>
              <a:stCxn id="12" idx="2"/>
              <a:endCxn id="14" idx="2"/>
            </p:cNvCxnSpPr>
            <p:nvPr/>
          </p:nvCxnSpPr>
          <p:spPr>
            <a:xfrm rot="16200000" flipH="1">
              <a:off x="6789417" y="3812111"/>
              <a:ext cx="1" cy="2011888"/>
            </a:xfrm>
            <a:prstGeom prst="curvedConnector3">
              <a:avLst>
                <a:gd name="adj1" fmla="val 22860100000"/>
              </a:avLst>
            </a:prstGeom>
            <a:ln w="127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C03487-7287-347E-F3E2-66D77FE6CDA6}"/>
                </a:ext>
              </a:extLst>
            </p:cNvPr>
            <p:cNvSpPr/>
            <p:nvPr/>
          </p:nvSpPr>
          <p:spPr>
            <a:xfrm>
              <a:off x="3810994" y="5651987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BD85AD-FF71-AB71-838F-D141811DF2B7}"/>
                </a:ext>
              </a:extLst>
            </p:cNvPr>
            <p:cNvSpPr/>
            <p:nvPr/>
          </p:nvSpPr>
          <p:spPr>
            <a:xfrm>
              <a:off x="856762" y="5255420"/>
              <a:ext cx="1484626" cy="8165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54D29B-93E4-D51E-96E9-3CAED2FBAB5A}"/>
                </a:ext>
              </a:extLst>
            </p:cNvPr>
            <p:cNvSpPr/>
            <p:nvPr/>
          </p:nvSpPr>
          <p:spPr>
            <a:xfrm>
              <a:off x="4592734" y="5667716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764B5E-D73C-5280-0E95-34AF1B646168}"/>
                </a:ext>
              </a:extLst>
            </p:cNvPr>
            <p:cNvSpPr/>
            <p:nvPr/>
          </p:nvSpPr>
          <p:spPr>
            <a:xfrm>
              <a:off x="3219053" y="5667716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DD703D-8171-FEB3-8D01-30E6FF95F5CC}"/>
                </a:ext>
              </a:extLst>
            </p:cNvPr>
            <p:cNvSpPr txBox="1"/>
            <p:nvPr/>
          </p:nvSpPr>
          <p:spPr>
            <a:xfrm>
              <a:off x="4229556" y="5667716"/>
              <a:ext cx="430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…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34DA540-C324-F4B6-226A-486182CAC618}"/>
                </a:ext>
              </a:extLst>
            </p:cNvPr>
            <p:cNvSpPr/>
            <p:nvPr/>
          </p:nvSpPr>
          <p:spPr>
            <a:xfrm>
              <a:off x="5786441" y="5666214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983508-E3F2-B9A0-3450-66651E857C6C}"/>
                </a:ext>
              </a:extLst>
            </p:cNvPr>
            <p:cNvSpPr/>
            <p:nvPr/>
          </p:nvSpPr>
          <p:spPr>
            <a:xfrm>
              <a:off x="6289017" y="5666215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C0BE3B0-6802-1F62-0AE4-47FCBA74534D}"/>
                </a:ext>
              </a:extLst>
            </p:cNvPr>
            <p:cNvSpPr/>
            <p:nvPr/>
          </p:nvSpPr>
          <p:spPr>
            <a:xfrm>
              <a:off x="5107624" y="5666215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9593181-FFB1-541D-DD2C-10078775251C}"/>
                </a:ext>
              </a:extLst>
            </p:cNvPr>
            <p:cNvSpPr txBox="1"/>
            <p:nvPr/>
          </p:nvSpPr>
          <p:spPr>
            <a:xfrm>
              <a:off x="5510550" y="5666215"/>
              <a:ext cx="231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…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693B6A3-482C-5CC8-BAF5-B5E5643327CE}"/>
                </a:ext>
              </a:extLst>
            </p:cNvPr>
            <p:cNvSpPr/>
            <p:nvPr/>
          </p:nvSpPr>
          <p:spPr>
            <a:xfrm>
              <a:off x="6979279" y="5664946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74EFD00-A878-699E-86F9-6C1B0EB02D63}"/>
                </a:ext>
              </a:extLst>
            </p:cNvPr>
            <p:cNvSpPr txBox="1"/>
            <p:nvPr/>
          </p:nvSpPr>
          <p:spPr>
            <a:xfrm>
              <a:off x="6676550" y="5664946"/>
              <a:ext cx="277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…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90E96DB-B0C0-5B58-2CCA-54CE667FBFDC}"/>
                </a:ext>
              </a:extLst>
            </p:cNvPr>
            <p:cNvSpPr/>
            <p:nvPr/>
          </p:nvSpPr>
          <p:spPr>
            <a:xfrm>
              <a:off x="7467769" y="5664946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3CF579-9E5A-BBC3-72E6-99E339F01113}"/>
                </a:ext>
              </a:extLst>
            </p:cNvPr>
            <p:cNvSpPr/>
            <p:nvPr/>
          </p:nvSpPr>
          <p:spPr>
            <a:xfrm>
              <a:off x="8130428" y="5663677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C2F79A-518D-7454-9B78-13F3353164A7}"/>
                </a:ext>
              </a:extLst>
            </p:cNvPr>
            <p:cNvSpPr txBox="1"/>
            <p:nvPr/>
          </p:nvSpPr>
          <p:spPr>
            <a:xfrm>
              <a:off x="7852751" y="5663677"/>
              <a:ext cx="277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…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0A7022B-A439-CACF-BB22-5A9CEBFAFE78}"/>
                </a:ext>
              </a:extLst>
            </p:cNvPr>
            <p:cNvSpPr/>
            <p:nvPr/>
          </p:nvSpPr>
          <p:spPr>
            <a:xfrm>
              <a:off x="9595182" y="5659394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89E57F7-2438-0228-04A5-1FAE7A8C04AB}"/>
                </a:ext>
              </a:extLst>
            </p:cNvPr>
            <p:cNvSpPr/>
            <p:nvPr/>
          </p:nvSpPr>
          <p:spPr>
            <a:xfrm>
              <a:off x="8893852" y="5663677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F40319-8FDE-AB0E-411A-D03BD0DA4218}"/>
                </a:ext>
              </a:extLst>
            </p:cNvPr>
            <p:cNvSpPr txBox="1"/>
            <p:nvPr/>
          </p:nvSpPr>
          <p:spPr>
            <a:xfrm>
              <a:off x="10009043" y="5652385"/>
              <a:ext cx="430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…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A123471-3EE5-BA79-30C8-0F5BCE204235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flipH="1">
              <a:off x="3434463" y="4814030"/>
              <a:ext cx="728481" cy="8536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50A7579-4CEB-F860-0C42-E2137F2F6CED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4026404" y="4807680"/>
              <a:ext cx="136540" cy="8443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6678544-65CC-3546-D543-CD628DE76F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4162944" y="4807680"/>
              <a:ext cx="645200" cy="8600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D8BE34-9326-448A-861F-12C3670B1025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H="1">
              <a:off x="5323034" y="4807680"/>
              <a:ext cx="460439" cy="8585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4D25DB9-9B86-1435-5ADB-DDF30D32DD4C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783473" y="4807680"/>
              <a:ext cx="218378" cy="8585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60F5E60-5D9E-A162-6E43-B816974CBD46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flipH="1">
              <a:off x="6504427" y="4807682"/>
              <a:ext cx="283861" cy="8585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30A72FA-CDFB-34BF-269B-A6A3007D0582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6788288" y="4807682"/>
              <a:ext cx="406401" cy="8572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28784C4-2E5A-9111-85AF-02898F37FA88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 flipH="1">
              <a:off x="7683179" y="4807681"/>
              <a:ext cx="112182" cy="8572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8A4AC02-3581-799A-E343-46FBD10E0D39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7795361" y="4807681"/>
              <a:ext cx="550477" cy="8559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9A5BEA5-680C-3ACC-D87C-DF4AF507A80F}"/>
                </a:ext>
              </a:extLst>
            </p:cNvPr>
            <p:cNvCxnSpPr>
              <a:cxnSpLocks/>
              <a:stCxn id="16" idx="2"/>
              <a:endCxn id="38" idx="0"/>
            </p:cNvCxnSpPr>
            <p:nvPr/>
          </p:nvCxnSpPr>
          <p:spPr>
            <a:xfrm flipH="1">
              <a:off x="9109262" y="3764330"/>
              <a:ext cx="684372" cy="18993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40C6E15-B46E-F7E6-32D3-DA27EAC9C5F7}"/>
                </a:ext>
              </a:extLst>
            </p:cNvPr>
            <p:cNvCxnSpPr>
              <a:cxnSpLocks/>
              <a:stCxn id="16" idx="2"/>
              <a:endCxn id="37" idx="0"/>
            </p:cNvCxnSpPr>
            <p:nvPr/>
          </p:nvCxnSpPr>
          <p:spPr>
            <a:xfrm>
              <a:off x="9793634" y="3764330"/>
              <a:ext cx="16958" cy="18950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58D4D2C-AE76-BB4A-13F9-8DA89316145E}"/>
                </a:ext>
              </a:extLst>
            </p:cNvPr>
            <p:cNvCxnSpPr>
              <a:cxnSpLocks/>
              <a:stCxn id="16" idx="2"/>
              <a:endCxn id="67" idx="0"/>
            </p:cNvCxnSpPr>
            <p:nvPr/>
          </p:nvCxnSpPr>
          <p:spPr>
            <a:xfrm>
              <a:off x="9793634" y="3764330"/>
              <a:ext cx="763423" cy="18941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F5E11657-ADD1-C5A1-FC45-946BDF1421EE}"/>
                </a:ext>
              </a:extLst>
            </p:cNvPr>
            <p:cNvCxnSpPr>
              <a:cxnSpLocks/>
              <a:stCxn id="20" idx="2"/>
              <a:endCxn id="19" idx="2"/>
            </p:cNvCxnSpPr>
            <p:nvPr/>
          </p:nvCxnSpPr>
          <p:spPr>
            <a:xfrm rot="16200000" flipH="1">
              <a:off x="4121303" y="5368248"/>
              <a:ext cx="12700" cy="1373681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accent4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Curved 60">
              <a:extLst>
                <a:ext uri="{FF2B5EF4-FFF2-40B4-BE49-F238E27FC236}">
                  <a16:creationId xmlns:a16="http://schemas.microsoft.com/office/drawing/2014/main" id="{C972144E-C288-F80A-5E61-C567C316D29E}"/>
                </a:ext>
              </a:extLst>
            </p:cNvPr>
            <p:cNvCxnSpPr>
              <a:cxnSpLocks/>
              <a:stCxn id="20" idx="2"/>
              <a:endCxn id="23" idx="2"/>
            </p:cNvCxnSpPr>
            <p:nvPr/>
          </p:nvCxnSpPr>
          <p:spPr>
            <a:xfrm rot="5400000" flipH="1" flipV="1">
              <a:off x="4717406" y="4770644"/>
              <a:ext cx="1502" cy="2567388"/>
            </a:xfrm>
            <a:prstGeom prst="curvedConnector3">
              <a:avLst>
                <a:gd name="adj1" fmla="val -15219707"/>
              </a:avLst>
            </a:prstGeom>
            <a:ln w="12700">
              <a:solidFill>
                <a:schemeClr val="accent4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23CCBD47-C7C5-04A9-1741-C0E284C094D8}"/>
                </a:ext>
              </a:extLst>
            </p:cNvPr>
            <p:cNvCxnSpPr>
              <a:cxnSpLocks/>
              <a:stCxn id="20" idx="2"/>
              <a:endCxn id="30" idx="2"/>
            </p:cNvCxnSpPr>
            <p:nvPr/>
          </p:nvCxnSpPr>
          <p:spPr>
            <a:xfrm rot="5400000" flipH="1" flipV="1">
              <a:off x="5313191" y="4173591"/>
              <a:ext cx="2770" cy="3760226"/>
            </a:xfrm>
            <a:prstGeom prst="curvedConnector3">
              <a:avLst>
                <a:gd name="adj1" fmla="val -8252708"/>
              </a:avLst>
            </a:prstGeom>
            <a:ln w="12700">
              <a:solidFill>
                <a:schemeClr val="accent4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Curved 63">
              <a:extLst>
                <a:ext uri="{FF2B5EF4-FFF2-40B4-BE49-F238E27FC236}">
                  <a16:creationId xmlns:a16="http://schemas.microsoft.com/office/drawing/2014/main" id="{344F0E94-0E9C-BF9C-1688-2F164E119FA5}"/>
                </a:ext>
              </a:extLst>
            </p:cNvPr>
            <p:cNvCxnSpPr>
              <a:cxnSpLocks/>
              <a:stCxn id="20" idx="2"/>
              <a:endCxn id="34" idx="2"/>
            </p:cNvCxnSpPr>
            <p:nvPr/>
          </p:nvCxnSpPr>
          <p:spPr>
            <a:xfrm rot="5400000" flipH="1" flipV="1">
              <a:off x="5888130" y="3597382"/>
              <a:ext cx="4039" cy="4911375"/>
            </a:xfrm>
            <a:prstGeom prst="curvedConnector3">
              <a:avLst>
                <a:gd name="adj1" fmla="val -5659817"/>
              </a:avLst>
            </a:prstGeom>
            <a:ln w="12700">
              <a:solidFill>
                <a:schemeClr val="accent4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Curved 64">
              <a:extLst>
                <a:ext uri="{FF2B5EF4-FFF2-40B4-BE49-F238E27FC236}">
                  <a16:creationId xmlns:a16="http://schemas.microsoft.com/office/drawing/2014/main" id="{54AE6873-C16E-1E40-BACC-8615AEC94565}"/>
                </a:ext>
              </a:extLst>
            </p:cNvPr>
            <p:cNvCxnSpPr>
              <a:cxnSpLocks/>
              <a:stCxn id="20" idx="2"/>
              <a:endCxn id="67" idx="2"/>
            </p:cNvCxnSpPr>
            <p:nvPr/>
          </p:nvCxnSpPr>
          <p:spPr>
            <a:xfrm rot="5400000" flipH="1" flipV="1">
              <a:off x="6991125" y="2489157"/>
              <a:ext cx="9270" cy="7122594"/>
            </a:xfrm>
            <a:prstGeom prst="curvedConnector3">
              <a:avLst>
                <a:gd name="adj1" fmla="val -2466019"/>
              </a:avLst>
            </a:prstGeom>
            <a:ln w="12700">
              <a:solidFill>
                <a:schemeClr val="accent4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83AA566-9E8B-E161-3A70-9A01EEBDAC07}"/>
                </a:ext>
              </a:extLst>
            </p:cNvPr>
            <p:cNvSpPr/>
            <p:nvPr/>
          </p:nvSpPr>
          <p:spPr>
            <a:xfrm>
              <a:off x="10341647" y="5658446"/>
              <a:ext cx="430820" cy="3873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A6FFB74-5BBD-5A3A-8D44-C2E8B5CA8A7B}"/>
                </a:ext>
              </a:extLst>
            </p:cNvPr>
            <p:cNvCxnSpPr>
              <a:cxnSpLocks/>
              <a:stCxn id="38" idx="3"/>
              <a:endCxn id="37" idx="1"/>
            </p:cNvCxnSpPr>
            <p:nvPr/>
          </p:nvCxnSpPr>
          <p:spPr>
            <a:xfrm flipV="1">
              <a:off x="9324672" y="5853081"/>
              <a:ext cx="270510" cy="4283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D101E43-8037-0097-C256-635B29B5BDF3}"/>
                </a:ext>
              </a:extLst>
            </p:cNvPr>
            <p:cNvCxnSpPr>
              <a:cxnSpLocks/>
              <a:stCxn id="37" idx="3"/>
              <a:endCxn id="67" idx="1"/>
            </p:cNvCxnSpPr>
            <p:nvPr/>
          </p:nvCxnSpPr>
          <p:spPr>
            <a:xfrm flipV="1">
              <a:off x="10026002" y="5852133"/>
              <a:ext cx="315645" cy="948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A6A5260-A722-5748-9CF0-D197962EDE63}"/>
                </a:ext>
              </a:extLst>
            </p:cNvPr>
            <p:cNvSpPr txBox="1"/>
            <p:nvPr/>
          </p:nvSpPr>
          <p:spPr>
            <a:xfrm>
              <a:off x="8942243" y="5064007"/>
              <a:ext cx="21336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Intra-brand competition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4F7200A0-3B13-E0BB-B749-5FEA383B8440}"/>
                </a:ext>
              </a:extLst>
            </p:cNvPr>
            <p:cNvSpPr txBox="1"/>
            <p:nvPr/>
          </p:nvSpPr>
          <p:spPr>
            <a:xfrm>
              <a:off x="4495916" y="4402115"/>
              <a:ext cx="12224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Inter-brand competition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04891F3-FAE4-83FE-AF81-CE7D119FB411}"/>
                </a:ext>
              </a:extLst>
            </p:cNvPr>
            <p:cNvSpPr txBox="1"/>
            <p:nvPr/>
          </p:nvSpPr>
          <p:spPr>
            <a:xfrm>
              <a:off x="5874912" y="5107784"/>
              <a:ext cx="20961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Intra-portfolio competition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577AD54-3AE9-0AF1-A1FC-8F3B46EF14CB}"/>
                </a:ext>
              </a:extLst>
            </p:cNvPr>
            <p:cNvSpPr txBox="1"/>
            <p:nvPr/>
          </p:nvSpPr>
          <p:spPr>
            <a:xfrm>
              <a:off x="5072651" y="6352867"/>
              <a:ext cx="5040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Competition occurs across all centres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63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39EC-5B47-E31C-F72F-B924F836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7C0AF0-0F08-045B-C7A0-DA441F1FBEF4}"/>
              </a:ext>
            </a:extLst>
          </p:cNvPr>
          <p:cNvSpPr/>
          <p:nvPr/>
        </p:nvSpPr>
        <p:spPr>
          <a:xfrm>
            <a:off x="4171835" y="141854"/>
            <a:ext cx="6011572" cy="438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Childhood Education Care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A34818-918F-DA9A-4C14-91524DDE614B}"/>
              </a:ext>
            </a:extLst>
          </p:cNvPr>
          <p:cNvSpPr/>
          <p:nvPr/>
        </p:nvSpPr>
        <p:spPr>
          <a:xfrm>
            <a:off x="2955456" y="977008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Non-profit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688DB-3925-46BB-EC8E-D9FEFF7BB103}"/>
              </a:ext>
            </a:extLst>
          </p:cNvPr>
          <p:cNvSpPr/>
          <p:nvPr/>
        </p:nvSpPr>
        <p:spPr>
          <a:xfrm>
            <a:off x="9492546" y="977008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For-profit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DCE9FF-193F-7B11-613E-0486ADA8D45A}"/>
              </a:ext>
            </a:extLst>
          </p:cNvPr>
          <p:cNvSpPr/>
          <p:nvPr/>
        </p:nvSpPr>
        <p:spPr>
          <a:xfrm>
            <a:off x="7313516" y="977008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Schools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A0970-66AF-5106-6504-4FC889883FAA}"/>
              </a:ext>
            </a:extLst>
          </p:cNvPr>
          <p:cNvSpPr/>
          <p:nvPr/>
        </p:nvSpPr>
        <p:spPr>
          <a:xfrm>
            <a:off x="5134486" y="977008"/>
            <a:ext cx="2043135" cy="650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Government/State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ECF57-A5AB-AA19-24D6-0132BC35C355}"/>
              </a:ext>
            </a:extLst>
          </p:cNvPr>
          <p:cNvSpPr/>
          <p:nvPr/>
        </p:nvSpPr>
        <p:spPr>
          <a:xfrm>
            <a:off x="3193090" y="2153245"/>
            <a:ext cx="5065793" cy="652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Ownership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022F64-68B3-A7B3-C306-4BCF24A5B550}"/>
              </a:ext>
            </a:extLst>
          </p:cNvPr>
          <p:cNvSpPr/>
          <p:nvPr/>
        </p:nvSpPr>
        <p:spPr>
          <a:xfrm>
            <a:off x="8823779" y="2148602"/>
            <a:ext cx="2440451" cy="649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Franchisee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2E9D5-5D30-C0D3-6332-0B4DEEEA1E83}"/>
              </a:ext>
            </a:extLst>
          </p:cNvPr>
          <p:cNvSpPr/>
          <p:nvPr/>
        </p:nvSpPr>
        <p:spPr>
          <a:xfrm>
            <a:off x="3193090" y="3211796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Brand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302BC-7911-0E83-7EF6-6D8B1EBD8689}"/>
              </a:ext>
            </a:extLst>
          </p:cNvPr>
          <p:cNvSpPr/>
          <p:nvPr/>
        </p:nvSpPr>
        <p:spPr>
          <a:xfrm>
            <a:off x="5818434" y="3211796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Brands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9422BF-90C9-E34A-58BF-FF190E7EF1B3}"/>
              </a:ext>
            </a:extLst>
          </p:cNvPr>
          <p:cNvSpPr/>
          <p:nvPr/>
        </p:nvSpPr>
        <p:spPr>
          <a:xfrm>
            <a:off x="5818434" y="426552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2B0A43-0E9D-59AD-A8A1-DD62EE80E309}"/>
              </a:ext>
            </a:extLst>
          </p:cNvPr>
          <p:cNvSpPr/>
          <p:nvPr/>
        </p:nvSpPr>
        <p:spPr>
          <a:xfrm>
            <a:off x="6823249" y="4265522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9CF71C-CACA-67ED-0AB5-A6159139C895}"/>
              </a:ext>
            </a:extLst>
          </p:cNvPr>
          <p:cNvSpPr/>
          <p:nvPr/>
        </p:nvSpPr>
        <p:spPr>
          <a:xfrm>
            <a:off x="7830322" y="4265521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ADCE9D-8DB2-ADEE-FA25-7F9DC54D7EC8}"/>
              </a:ext>
            </a:extLst>
          </p:cNvPr>
          <p:cNvSpPr/>
          <p:nvPr/>
        </p:nvSpPr>
        <p:spPr>
          <a:xfrm>
            <a:off x="8823780" y="3211795"/>
            <a:ext cx="244045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Brand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9D4863-84C3-C596-4D75-3C464415E3E6}"/>
              </a:ext>
            </a:extLst>
          </p:cNvPr>
          <p:cNvSpPr/>
          <p:nvPr/>
        </p:nvSpPr>
        <p:spPr>
          <a:xfrm>
            <a:off x="4197905" y="426552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B96F8F-6C05-5629-B065-E2834EF55B40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3977024" y="580163"/>
            <a:ext cx="3200597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6DBA6E-7847-FD9E-39CD-78C56926589D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6156054" y="580163"/>
            <a:ext cx="1021567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51094C-89E8-4881-7F22-ECD7F0494281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7177621" y="580163"/>
            <a:ext cx="1157463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FBA1D9-2C21-3E1A-93AC-1A230B46E75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7313516" y="580163"/>
            <a:ext cx="3200598" cy="396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C8F101-56A0-9CCC-9F8F-0EB1E0A1076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3977024" y="1627536"/>
            <a:ext cx="1748963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32AEBEC-1A91-0F01-2863-F87652905A7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5725987" y="1627536"/>
            <a:ext cx="478812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177BDF-D509-F02B-BF3E-D6FE66465068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10044005" y="1627536"/>
            <a:ext cx="470109" cy="5210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6F447D-8F4A-1D0E-B977-94774D331E8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5725987" y="1627536"/>
            <a:ext cx="43006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3944467-23DB-8861-3824-AF0B9C8A5222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5725987" y="1627536"/>
            <a:ext cx="2609097" cy="525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D2A910E-8CFA-4CB4-3028-1984F0986FD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413315" y="2806231"/>
            <a:ext cx="1312672" cy="405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0036A0-FAB3-4000-85B2-0A77A35E147C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725987" y="2806231"/>
            <a:ext cx="1312672" cy="405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B3B4EE0-6D16-D91A-3283-56A6127903AE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>
            <a:off x="4413315" y="3599169"/>
            <a:ext cx="0" cy="66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C7D2EC6-673A-2111-E017-8E4D0977C70B}"/>
              </a:ext>
            </a:extLst>
          </p:cNvPr>
          <p:cNvSpPr/>
          <p:nvPr/>
        </p:nvSpPr>
        <p:spPr>
          <a:xfrm>
            <a:off x="1107133" y="977008"/>
            <a:ext cx="1484626" cy="6663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Types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6B80502-47C5-294D-F060-51A30D27A77F}"/>
              </a:ext>
            </a:extLst>
          </p:cNvPr>
          <p:cNvSpPr/>
          <p:nvPr/>
        </p:nvSpPr>
        <p:spPr>
          <a:xfrm>
            <a:off x="1107133" y="2148601"/>
            <a:ext cx="1484626" cy="666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Model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40A0F1-17AA-2970-32EF-1DCB1956BF23}"/>
              </a:ext>
            </a:extLst>
          </p:cNvPr>
          <p:cNvSpPr/>
          <p:nvPr/>
        </p:nvSpPr>
        <p:spPr>
          <a:xfrm>
            <a:off x="1107133" y="3211795"/>
            <a:ext cx="1484626" cy="1434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954F079-1158-B203-FC22-55D43EF0464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033844" y="3599169"/>
            <a:ext cx="1004815" cy="66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B9662BA-831B-9D99-6AF4-763D19B7BD1D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038659" y="3599169"/>
            <a:ext cx="0" cy="66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8FA0DE9-5E83-F594-6CB4-E4DAC72C262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7038659" y="3599169"/>
            <a:ext cx="1007073" cy="6663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B74F6AB-350C-F8FE-F562-9AFB2C80F514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10044005" y="2797714"/>
            <a:ext cx="0" cy="4140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A4E5A08-C960-6728-612B-37A4616C3495}"/>
              </a:ext>
            </a:extLst>
          </p:cNvPr>
          <p:cNvSpPr/>
          <p:nvPr/>
        </p:nvSpPr>
        <p:spPr>
          <a:xfrm>
            <a:off x="4061365" y="549720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765DDB-07BD-7CBF-F6F3-400E97710EF0}"/>
              </a:ext>
            </a:extLst>
          </p:cNvPr>
          <p:cNvSpPr/>
          <p:nvPr/>
        </p:nvSpPr>
        <p:spPr>
          <a:xfrm>
            <a:off x="1107133" y="5100633"/>
            <a:ext cx="1484626" cy="816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8A7C14-9B62-8584-678C-031C40C94E36}"/>
              </a:ext>
            </a:extLst>
          </p:cNvPr>
          <p:cNvSpPr/>
          <p:nvPr/>
        </p:nvSpPr>
        <p:spPr>
          <a:xfrm>
            <a:off x="4843105" y="551292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201D89-58E8-8282-D590-116947480CC4}"/>
              </a:ext>
            </a:extLst>
          </p:cNvPr>
          <p:cNvSpPr/>
          <p:nvPr/>
        </p:nvSpPr>
        <p:spPr>
          <a:xfrm>
            <a:off x="3469424" y="551292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CBA606-0BD7-FD07-8F19-76F8B2FFF497}"/>
              </a:ext>
            </a:extLst>
          </p:cNvPr>
          <p:cNvSpPr txBox="1"/>
          <p:nvPr/>
        </p:nvSpPr>
        <p:spPr>
          <a:xfrm>
            <a:off x="4479927" y="5512929"/>
            <a:ext cx="43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DD266B-DD64-2230-13DC-CD8716743714}"/>
              </a:ext>
            </a:extLst>
          </p:cNvPr>
          <p:cNvSpPr/>
          <p:nvPr/>
        </p:nvSpPr>
        <p:spPr>
          <a:xfrm>
            <a:off x="6036812" y="5511427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AC9B2F-1A72-D2F4-2A0A-7B48D7F9C8AF}"/>
              </a:ext>
            </a:extLst>
          </p:cNvPr>
          <p:cNvSpPr/>
          <p:nvPr/>
        </p:nvSpPr>
        <p:spPr>
          <a:xfrm>
            <a:off x="6539388" y="5511428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D1E7C2-DC5E-1B23-14A5-9B424DADB408}"/>
              </a:ext>
            </a:extLst>
          </p:cNvPr>
          <p:cNvSpPr/>
          <p:nvPr/>
        </p:nvSpPr>
        <p:spPr>
          <a:xfrm>
            <a:off x="5357995" y="5511428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B30015-C1E7-E4F6-B36B-770715498BF6}"/>
              </a:ext>
            </a:extLst>
          </p:cNvPr>
          <p:cNvSpPr txBox="1"/>
          <p:nvPr/>
        </p:nvSpPr>
        <p:spPr>
          <a:xfrm>
            <a:off x="5760921" y="5511428"/>
            <a:ext cx="23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…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123959-D89E-CEBC-847C-FD02E0BF7056}"/>
              </a:ext>
            </a:extLst>
          </p:cNvPr>
          <p:cNvSpPr/>
          <p:nvPr/>
        </p:nvSpPr>
        <p:spPr>
          <a:xfrm>
            <a:off x="7229650" y="551015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23308F-5500-65F2-626C-EC8368FD4856}"/>
              </a:ext>
            </a:extLst>
          </p:cNvPr>
          <p:cNvSpPr txBox="1"/>
          <p:nvPr/>
        </p:nvSpPr>
        <p:spPr>
          <a:xfrm>
            <a:off x="6926921" y="5510159"/>
            <a:ext cx="27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831622-FF8A-B1C3-F4B1-7BC22FF2FD42}"/>
              </a:ext>
            </a:extLst>
          </p:cNvPr>
          <p:cNvSpPr/>
          <p:nvPr/>
        </p:nvSpPr>
        <p:spPr>
          <a:xfrm>
            <a:off x="7718140" y="551015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B55DEC-1496-9943-046E-E322308421C6}"/>
              </a:ext>
            </a:extLst>
          </p:cNvPr>
          <p:cNvSpPr/>
          <p:nvPr/>
        </p:nvSpPr>
        <p:spPr>
          <a:xfrm>
            <a:off x="8380799" y="550889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B86BD2-5078-B088-BB52-8476080B5CB3}"/>
              </a:ext>
            </a:extLst>
          </p:cNvPr>
          <p:cNvSpPr txBox="1"/>
          <p:nvPr/>
        </p:nvSpPr>
        <p:spPr>
          <a:xfrm>
            <a:off x="8103122" y="5508890"/>
            <a:ext cx="27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…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983147-439E-8521-2A53-BC6625C0E4D0}"/>
              </a:ext>
            </a:extLst>
          </p:cNvPr>
          <p:cNvSpPr/>
          <p:nvPr/>
        </p:nvSpPr>
        <p:spPr>
          <a:xfrm>
            <a:off x="9845553" y="5504607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7070C7F-D25F-E66C-E3FC-98E49FCB1B24}"/>
              </a:ext>
            </a:extLst>
          </p:cNvPr>
          <p:cNvSpPr/>
          <p:nvPr/>
        </p:nvSpPr>
        <p:spPr>
          <a:xfrm>
            <a:off x="9144223" y="550889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83C69CB-DD19-12EA-A877-59A91F0E32B5}"/>
              </a:ext>
            </a:extLst>
          </p:cNvPr>
          <p:cNvSpPr txBox="1"/>
          <p:nvPr/>
        </p:nvSpPr>
        <p:spPr>
          <a:xfrm>
            <a:off x="10259414" y="5497598"/>
            <a:ext cx="43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…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546DF83-2B3F-B0FB-00E8-05138FD629E2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3684834" y="4659243"/>
            <a:ext cx="728481" cy="8536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8E2FD32-A12C-A045-0764-6F1F2B2FB02D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 flipH="1">
            <a:off x="4276775" y="4652893"/>
            <a:ext cx="136540" cy="8443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CCCEC2F-37AC-0CB4-1E4E-CA79D3BE7215}"/>
              </a:ext>
            </a:extLst>
          </p:cNvPr>
          <p:cNvCxnSpPr>
            <a:cxnSpLocks/>
            <a:stCxn id="26" idx="2"/>
            <a:endCxn id="37" idx="0"/>
          </p:cNvCxnSpPr>
          <p:nvPr/>
        </p:nvCxnSpPr>
        <p:spPr>
          <a:xfrm>
            <a:off x="4413315" y="4652893"/>
            <a:ext cx="645200" cy="8600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1F52D68-611B-F08F-0069-D75E64AC8FFF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 flipH="1">
            <a:off x="5573405" y="4652893"/>
            <a:ext cx="460439" cy="8585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4A0A389-8F35-77F4-AB1D-0836CCC34B02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>
            <a:off x="6033844" y="4652893"/>
            <a:ext cx="218378" cy="8585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CEE6885-2E71-A15D-C09D-A37F4F257312}"/>
              </a:ext>
            </a:extLst>
          </p:cNvPr>
          <p:cNvCxnSpPr>
            <a:cxnSpLocks/>
            <a:stCxn id="13" idx="2"/>
            <a:endCxn id="47" idx="0"/>
          </p:cNvCxnSpPr>
          <p:nvPr/>
        </p:nvCxnSpPr>
        <p:spPr>
          <a:xfrm flipH="1">
            <a:off x="6754798" y="4652895"/>
            <a:ext cx="283861" cy="858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545479F-D936-15F7-12D7-404743217C2F}"/>
              </a:ext>
            </a:extLst>
          </p:cNvPr>
          <p:cNvCxnSpPr>
            <a:cxnSpLocks/>
            <a:stCxn id="13" idx="2"/>
            <a:endCxn id="56" idx="0"/>
          </p:cNvCxnSpPr>
          <p:nvPr/>
        </p:nvCxnSpPr>
        <p:spPr>
          <a:xfrm>
            <a:off x="7038659" y="4652895"/>
            <a:ext cx="406401" cy="8572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204752F-3E5C-6C7C-E0E7-B25E62C36DA2}"/>
              </a:ext>
            </a:extLst>
          </p:cNvPr>
          <p:cNvCxnSpPr>
            <a:cxnSpLocks/>
            <a:stCxn id="14" idx="2"/>
            <a:endCxn id="62" idx="0"/>
          </p:cNvCxnSpPr>
          <p:nvPr/>
        </p:nvCxnSpPr>
        <p:spPr>
          <a:xfrm flipH="1">
            <a:off x="7933550" y="4652894"/>
            <a:ext cx="112182" cy="8572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9F634F1-2F89-0DA3-F112-248952A31BB6}"/>
              </a:ext>
            </a:extLst>
          </p:cNvPr>
          <p:cNvCxnSpPr>
            <a:cxnSpLocks/>
            <a:stCxn id="14" idx="2"/>
            <a:endCxn id="65" idx="0"/>
          </p:cNvCxnSpPr>
          <p:nvPr/>
        </p:nvCxnSpPr>
        <p:spPr>
          <a:xfrm>
            <a:off x="8045732" y="4652894"/>
            <a:ext cx="550477" cy="8559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8D7FE9E-9261-DB64-95CE-AFB87BEE8606}"/>
              </a:ext>
            </a:extLst>
          </p:cNvPr>
          <p:cNvCxnSpPr>
            <a:cxnSpLocks/>
            <a:stCxn id="167" idx="2"/>
            <a:endCxn id="81" idx="0"/>
          </p:cNvCxnSpPr>
          <p:nvPr/>
        </p:nvCxnSpPr>
        <p:spPr>
          <a:xfrm flipH="1">
            <a:off x="9359633" y="4659243"/>
            <a:ext cx="684371" cy="8496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AB983F6-D734-3F00-7B30-8EC6C1F747BD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10044005" y="4652892"/>
            <a:ext cx="16958" cy="851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055C246-9042-F7A1-AC50-096CE736E1C6}"/>
              </a:ext>
            </a:extLst>
          </p:cNvPr>
          <p:cNvCxnSpPr>
            <a:cxnSpLocks/>
            <a:stCxn id="167" idx="2"/>
            <a:endCxn id="159" idx="0"/>
          </p:cNvCxnSpPr>
          <p:nvPr/>
        </p:nvCxnSpPr>
        <p:spPr>
          <a:xfrm>
            <a:off x="10044004" y="4659243"/>
            <a:ext cx="763424" cy="8444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Curved 137">
            <a:extLst>
              <a:ext uri="{FF2B5EF4-FFF2-40B4-BE49-F238E27FC236}">
                <a16:creationId xmlns:a16="http://schemas.microsoft.com/office/drawing/2014/main" id="{1AA90402-5830-8E48-DF96-671F5FA58152}"/>
              </a:ext>
            </a:extLst>
          </p:cNvPr>
          <p:cNvCxnSpPr>
            <a:cxnSpLocks/>
            <a:stCxn id="40" idx="2"/>
            <a:endCxn id="37" idx="2"/>
          </p:cNvCxnSpPr>
          <p:nvPr/>
        </p:nvCxnSpPr>
        <p:spPr>
          <a:xfrm rot="16200000" flipH="1">
            <a:off x="4371674" y="5213461"/>
            <a:ext cx="12700" cy="1373681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983BD3C4-69BB-1007-FD7C-61B7F5D7B3F3}"/>
              </a:ext>
            </a:extLst>
          </p:cNvPr>
          <p:cNvCxnSpPr>
            <a:cxnSpLocks/>
            <a:stCxn id="40" idx="2"/>
            <a:endCxn id="44" idx="2"/>
          </p:cNvCxnSpPr>
          <p:nvPr/>
        </p:nvCxnSpPr>
        <p:spPr>
          <a:xfrm rot="5400000" flipH="1" flipV="1">
            <a:off x="4967777" y="4615857"/>
            <a:ext cx="1502" cy="2567388"/>
          </a:xfrm>
          <a:prstGeom prst="curvedConnector3">
            <a:avLst>
              <a:gd name="adj1" fmla="val -15219707"/>
            </a:avLst>
          </a:prstGeom>
          <a:ln w="127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Curved 146">
            <a:extLst>
              <a:ext uri="{FF2B5EF4-FFF2-40B4-BE49-F238E27FC236}">
                <a16:creationId xmlns:a16="http://schemas.microsoft.com/office/drawing/2014/main" id="{41572E7B-A182-8211-FFFE-E460721D6AD0}"/>
              </a:ext>
            </a:extLst>
          </p:cNvPr>
          <p:cNvCxnSpPr>
            <a:cxnSpLocks/>
            <a:stCxn id="40" idx="2"/>
            <a:endCxn id="56" idx="2"/>
          </p:cNvCxnSpPr>
          <p:nvPr/>
        </p:nvCxnSpPr>
        <p:spPr>
          <a:xfrm rot="5400000" flipH="1" flipV="1">
            <a:off x="5563562" y="4018804"/>
            <a:ext cx="2770" cy="3760226"/>
          </a:xfrm>
          <a:prstGeom prst="curvedConnector3">
            <a:avLst>
              <a:gd name="adj1" fmla="val -8252708"/>
            </a:avLst>
          </a:prstGeom>
          <a:ln w="127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Curved 151">
            <a:extLst>
              <a:ext uri="{FF2B5EF4-FFF2-40B4-BE49-F238E27FC236}">
                <a16:creationId xmlns:a16="http://schemas.microsoft.com/office/drawing/2014/main" id="{373D480E-DA6A-9E75-3EB1-12876BEB35D8}"/>
              </a:ext>
            </a:extLst>
          </p:cNvPr>
          <p:cNvCxnSpPr>
            <a:cxnSpLocks/>
            <a:stCxn id="40" idx="2"/>
            <a:endCxn id="65" idx="2"/>
          </p:cNvCxnSpPr>
          <p:nvPr/>
        </p:nvCxnSpPr>
        <p:spPr>
          <a:xfrm rot="5400000" flipH="1" flipV="1">
            <a:off x="6138501" y="3442595"/>
            <a:ext cx="4039" cy="4911375"/>
          </a:xfrm>
          <a:prstGeom prst="curvedConnector3">
            <a:avLst>
              <a:gd name="adj1" fmla="val -5659817"/>
            </a:avLst>
          </a:prstGeom>
          <a:ln w="127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Curved 154">
            <a:extLst>
              <a:ext uri="{FF2B5EF4-FFF2-40B4-BE49-F238E27FC236}">
                <a16:creationId xmlns:a16="http://schemas.microsoft.com/office/drawing/2014/main" id="{CA0FC6F1-05E0-8166-3EBE-5DFCA425692A}"/>
              </a:ext>
            </a:extLst>
          </p:cNvPr>
          <p:cNvCxnSpPr>
            <a:cxnSpLocks/>
            <a:stCxn id="40" idx="2"/>
            <a:endCxn id="159" idx="2"/>
          </p:cNvCxnSpPr>
          <p:nvPr/>
        </p:nvCxnSpPr>
        <p:spPr>
          <a:xfrm rot="5400000" flipH="1" flipV="1">
            <a:off x="7241496" y="2334370"/>
            <a:ext cx="9270" cy="7122594"/>
          </a:xfrm>
          <a:prstGeom prst="curvedConnector3">
            <a:avLst>
              <a:gd name="adj1" fmla="val -2466019"/>
            </a:avLst>
          </a:prstGeom>
          <a:ln w="127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2EAB5F1-004C-90A2-CF3A-66C8EC5EBB02}"/>
              </a:ext>
            </a:extLst>
          </p:cNvPr>
          <p:cNvSpPr/>
          <p:nvPr/>
        </p:nvSpPr>
        <p:spPr>
          <a:xfrm>
            <a:off x="10592018" y="5503659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155D7C7-B278-B034-B2AC-AF79E270CCF9}"/>
              </a:ext>
            </a:extLst>
          </p:cNvPr>
          <p:cNvSpPr txBox="1"/>
          <p:nvPr/>
        </p:nvSpPr>
        <p:spPr>
          <a:xfrm>
            <a:off x="5071429" y="6280095"/>
            <a:ext cx="7749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 occurs across all centres 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958D10A-4B88-F063-39B9-EC9ED59B8D98}"/>
              </a:ext>
            </a:extLst>
          </p:cNvPr>
          <p:cNvSpPr/>
          <p:nvPr/>
        </p:nvSpPr>
        <p:spPr>
          <a:xfrm>
            <a:off x="9828594" y="4271870"/>
            <a:ext cx="430820" cy="387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8174BDD-78CD-7B42-3347-5B4941D9285D}"/>
              </a:ext>
            </a:extLst>
          </p:cNvPr>
          <p:cNvCxnSpPr>
            <a:cxnSpLocks/>
            <a:stCxn id="16" idx="2"/>
            <a:endCxn id="167" idx="0"/>
          </p:cNvCxnSpPr>
          <p:nvPr/>
        </p:nvCxnSpPr>
        <p:spPr>
          <a:xfrm flipH="1">
            <a:off x="10044004" y="3599168"/>
            <a:ext cx="1" cy="6727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2C25E8B-C473-8AED-812B-7B41DD277B69}"/>
              </a:ext>
            </a:extLst>
          </p:cNvPr>
          <p:cNvCxnSpPr>
            <a:cxnSpLocks/>
            <a:stCxn id="81" idx="3"/>
            <a:endCxn id="75" idx="1"/>
          </p:cNvCxnSpPr>
          <p:nvPr/>
        </p:nvCxnSpPr>
        <p:spPr>
          <a:xfrm flipV="1">
            <a:off x="9575043" y="5698294"/>
            <a:ext cx="270510" cy="428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4C3F9C0-8E7E-8E0C-188F-0714873108F8}"/>
              </a:ext>
            </a:extLst>
          </p:cNvPr>
          <p:cNvCxnSpPr>
            <a:cxnSpLocks/>
            <a:stCxn id="75" idx="3"/>
            <a:endCxn id="159" idx="1"/>
          </p:cNvCxnSpPr>
          <p:nvPr/>
        </p:nvCxnSpPr>
        <p:spPr>
          <a:xfrm flipV="1">
            <a:off x="10276373" y="5697346"/>
            <a:ext cx="315645" cy="94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AB84349E-00C7-9A05-1BF8-BE2399B9B0E6}"/>
              </a:ext>
            </a:extLst>
          </p:cNvPr>
          <p:cNvSpPr txBox="1"/>
          <p:nvPr/>
        </p:nvSpPr>
        <p:spPr>
          <a:xfrm>
            <a:off x="10647117" y="4678021"/>
            <a:ext cx="1286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Intra-brand competition</a:t>
            </a:r>
          </a:p>
        </p:txBody>
      </p:sp>
    </p:spTree>
    <p:extLst>
      <p:ext uri="{BB962C8B-B14F-4D97-AF65-F5344CB8AC3E}">
        <p14:creationId xmlns:p14="http://schemas.microsoft.com/office/powerpoint/2010/main" val="143734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3BC5-5E54-81B9-57CF-E1701A3F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Second stage –holding firm decisions fixed</a:t>
            </a:r>
          </a:p>
        </p:txBody>
      </p:sp>
      <p:pic>
        <p:nvPicPr>
          <p:cNvPr id="3" name="Picture 2" descr="Childcare Centre - Lakeview Promenade, Newport - Your Neighbourhood">
            <a:extLst>
              <a:ext uri="{FF2B5EF4-FFF2-40B4-BE49-F238E27FC236}">
                <a16:creationId xmlns:a16="http://schemas.microsoft.com/office/drawing/2014/main" id="{D17439BD-0B50-CAC8-0D9B-BE0451BB6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2494"/>
            <a:ext cx="2511361" cy="16525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6577B1-CF73-A868-242B-C741B4FF3A8D}"/>
              </a:ext>
            </a:extLst>
          </p:cNvPr>
          <p:cNvSpPr txBox="1"/>
          <p:nvPr/>
        </p:nvSpPr>
        <p:spPr>
          <a:xfrm>
            <a:off x="1414116" y="1701715"/>
            <a:ext cx="1892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Profit    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696DE-B0DB-CB73-8CAF-D2A2EB300697}"/>
              </a:ext>
            </a:extLst>
          </p:cNvPr>
          <p:cNvSpPr txBox="1"/>
          <p:nvPr/>
        </p:nvSpPr>
        <p:spPr>
          <a:xfrm>
            <a:off x="4364210" y="1701715"/>
            <a:ext cx="1706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EF689-44CC-5E22-DE73-675F4E19B8DD}"/>
              </a:ext>
            </a:extLst>
          </p:cNvPr>
          <p:cNvSpPr txBox="1"/>
          <p:nvPr/>
        </p:nvSpPr>
        <p:spPr>
          <a:xfrm>
            <a:off x="8787014" y="1701715"/>
            <a:ext cx="118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F7307-EF45-62FD-DAD0-FE8C36265E48}"/>
              </a:ext>
            </a:extLst>
          </p:cNvPr>
          <p:cNvSpPr txBox="1"/>
          <p:nvPr/>
        </p:nvSpPr>
        <p:spPr>
          <a:xfrm>
            <a:off x="6923318" y="1505845"/>
            <a:ext cx="118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dirty="0"/>
              <a:t>-</a:t>
            </a:r>
          </a:p>
        </p:txBody>
      </p:sp>
      <p:pic>
        <p:nvPicPr>
          <p:cNvPr id="8" name="Picture 7" descr="Autumn Mother Son Photos [Kenzie &amp; Raylan]">
            <a:extLst>
              <a:ext uri="{FF2B5EF4-FFF2-40B4-BE49-F238E27FC236}">
                <a16:creationId xmlns:a16="http://schemas.microsoft.com/office/drawing/2014/main" id="{7C4D177C-3360-C793-3472-FCB7EF89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47" t="7539" r="40098" b="63374"/>
          <a:stretch>
            <a:fillRect/>
          </a:stretch>
        </p:blipFill>
        <p:spPr>
          <a:xfrm>
            <a:off x="4364210" y="2572741"/>
            <a:ext cx="1148557" cy="120040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B854D-1946-973A-CDC6-D736FCA8D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51"/>
          <a:stretch>
            <a:fillRect/>
          </a:stretch>
        </p:blipFill>
        <p:spPr>
          <a:xfrm>
            <a:off x="4278222" y="4179048"/>
            <a:ext cx="1308075" cy="9064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0CE5BE-DC8D-4033-102C-070F693D94E7}"/>
              </a:ext>
            </a:extLst>
          </p:cNvPr>
          <p:cNvCxnSpPr/>
          <p:nvPr/>
        </p:nvCxnSpPr>
        <p:spPr>
          <a:xfrm>
            <a:off x="4938488" y="2163380"/>
            <a:ext cx="0" cy="409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279FBD-2CFC-F9E0-B5D0-F0C239DF846A}"/>
              </a:ext>
            </a:extLst>
          </p:cNvPr>
          <p:cNvCxnSpPr>
            <a:cxnSpLocks/>
          </p:cNvCxnSpPr>
          <p:nvPr/>
        </p:nvCxnSpPr>
        <p:spPr>
          <a:xfrm>
            <a:off x="4932260" y="3853805"/>
            <a:ext cx="6228" cy="409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66BA7A-D7D1-2DDC-887A-459D67EC24F3}"/>
              </a:ext>
            </a:extLst>
          </p:cNvPr>
          <p:cNvSpPr txBox="1"/>
          <p:nvPr/>
        </p:nvSpPr>
        <p:spPr>
          <a:xfrm>
            <a:off x="3132671" y="4987278"/>
            <a:ext cx="412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increase / maintain revenue, centres focus on uplifting / differentiating by quality areas visible to the parent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F5AEE-6B75-5B68-D317-5503439EE7BB}"/>
              </a:ext>
            </a:extLst>
          </p:cNvPr>
          <p:cNvSpPr txBox="1"/>
          <p:nvPr/>
        </p:nvSpPr>
        <p:spPr>
          <a:xfrm>
            <a:off x="7470549" y="4987278"/>
            <a:ext cx="412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cost cutting strategy should either decrease or maintain current quality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46A391-41B4-B8ED-FCBA-7526DBE6DF29}"/>
              </a:ext>
            </a:extLst>
          </p:cNvPr>
          <p:cNvCxnSpPr/>
          <p:nvPr/>
        </p:nvCxnSpPr>
        <p:spPr>
          <a:xfrm>
            <a:off x="9238720" y="2163380"/>
            <a:ext cx="0" cy="409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F18BF7-32EB-BB99-3817-D5E88B455341}"/>
              </a:ext>
            </a:extLst>
          </p:cNvPr>
          <p:cNvCxnSpPr>
            <a:cxnSpLocks/>
          </p:cNvCxnSpPr>
          <p:nvPr/>
        </p:nvCxnSpPr>
        <p:spPr>
          <a:xfrm flipH="1">
            <a:off x="8561070" y="3224249"/>
            <a:ext cx="638634" cy="4274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1650FC-91CE-FB52-3EC8-04FEEAD95818}"/>
              </a:ext>
            </a:extLst>
          </p:cNvPr>
          <p:cNvSpPr txBox="1"/>
          <p:nvPr/>
        </p:nvSpPr>
        <p:spPr>
          <a:xfrm>
            <a:off x="8561070" y="2555231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C4228F-AC2D-1FA1-5B30-8947D38C4988}"/>
              </a:ext>
            </a:extLst>
          </p:cNvPr>
          <p:cNvCxnSpPr>
            <a:cxnSpLocks/>
          </p:cNvCxnSpPr>
          <p:nvPr/>
        </p:nvCxnSpPr>
        <p:spPr>
          <a:xfrm>
            <a:off x="9177479" y="3219896"/>
            <a:ext cx="707506" cy="4274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492AFBC-0394-6491-8B94-7CAA554C6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51"/>
          <a:stretch>
            <a:fillRect/>
          </a:stretch>
        </p:blipFill>
        <p:spPr>
          <a:xfrm>
            <a:off x="7584757" y="3619350"/>
            <a:ext cx="1148557" cy="7959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D827FC-D5FF-6DA8-9FF7-87C74D4EE8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363"/>
          <a:stretch>
            <a:fillRect/>
          </a:stretch>
        </p:blipFill>
        <p:spPr>
          <a:xfrm>
            <a:off x="9816113" y="3629476"/>
            <a:ext cx="989618" cy="7615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B84A7D-DBE4-CCF2-3274-0A7F412E2AB9}"/>
              </a:ext>
            </a:extLst>
          </p:cNvPr>
          <p:cNvSpPr txBox="1"/>
          <p:nvPr/>
        </p:nvSpPr>
        <p:spPr>
          <a:xfrm>
            <a:off x="7584757" y="4343412"/>
            <a:ext cx="150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82834-6FEC-2F28-1299-32C62C74F112}"/>
              </a:ext>
            </a:extLst>
          </p:cNvPr>
          <p:cNvSpPr txBox="1"/>
          <p:nvPr/>
        </p:nvSpPr>
        <p:spPr>
          <a:xfrm>
            <a:off x="9814784" y="4328865"/>
            <a:ext cx="150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/ Decrease</a:t>
            </a:r>
          </a:p>
        </p:txBody>
      </p:sp>
    </p:spTree>
    <p:extLst>
      <p:ext uri="{BB962C8B-B14F-4D97-AF65-F5344CB8AC3E}">
        <p14:creationId xmlns:p14="http://schemas.microsoft.com/office/powerpoint/2010/main" val="58647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9366-EC1C-5817-25DF-59D596FC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CABD-D425-1D52-EB50-BA7F55CD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714" y="-1193176"/>
            <a:ext cx="10515600" cy="1325563"/>
          </a:xfrm>
        </p:spPr>
        <p:txBody>
          <a:bodyPr/>
          <a:lstStyle/>
          <a:p>
            <a:r>
              <a:rPr lang="en-AU" dirty="0"/>
              <a:t>Second stage –holding firm decisions fixed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561E255-686E-32BA-2883-611B94ECC3E3}"/>
              </a:ext>
            </a:extLst>
          </p:cNvPr>
          <p:cNvSpPr txBox="1"/>
          <p:nvPr/>
        </p:nvSpPr>
        <p:spPr>
          <a:xfrm>
            <a:off x="8421807" y="7304721"/>
            <a:ext cx="3202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 from innovation is beneficial everywhere, but involves some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EE55E81-E709-8A26-B513-D92412BCB4D6}"/>
              </a:ext>
            </a:extLst>
          </p:cNvPr>
          <p:cNvGrpSpPr/>
          <p:nvPr/>
        </p:nvGrpSpPr>
        <p:grpSpPr>
          <a:xfrm>
            <a:off x="268540" y="574213"/>
            <a:ext cx="11273071" cy="6024638"/>
            <a:chOff x="268540" y="574213"/>
            <a:chExt cx="11273071" cy="60246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6A8562-172C-6B1C-8A95-CD72F846600E}"/>
                </a:ext>
              </a:extLst>
            </p:cNvPr>
            <p:cNvSpPr txBox="1"/>
            <p:nvPr/>
          </p:nvSpPr>
          <p:spPr>
            <a:xfrm>
              <a:off x="1539443" y="770083"/>
              <a:ext cx="18136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   </a:t>
              </a:r>
              <a:r>
                <a:rPr lang="en-AU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0E1EB2-05EE-2E00-AC32-C7277E630A88}"/>
                </a:ext>
              </a:extLst>
            </p:cNvPr>
            <p:cNvSpPr txBox="1"/>
            <p:nvPr/>
          </p:nvSpPr>
          <p:spPr>
            <a:xfrm>
              <a:off x="4064694" y="770083"/>
              <a:ext cx="1634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Revenue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0950AD-D569-8508-1CBE-A5303AE11CAA}"/>
                </a:ext>
              </a:extLst>
            </p:cNvPr>
            <p:cNvSpPr txBox="1"/>
            <p:nvPr/>
          </p:nvSpPr>
          <p:spPr>
            <a:xfrm>
              <a:off x="8552644" y="770083"/>
              <a:ext cx="11318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4D62F-1E78-ED56-8F40-604401AF6A3E}"/>
                </a:ext>
              </a:extLst>
            </p:cNvPr>
            <p:cNvSpPr txBox="1"/>
            <p:nvPr/>
          </p:nvSpPr>
          <p:spPr>
            <a:xfrm>
              <a:off x="6960854" y="574213"/>
              <a:ext cx="11318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4800" b="1" dirty="0"/>
                <a:t>-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11B5950-BAE7-438F-00CD-E63B4AEF0DF1}"/>
                </a:ext>
              </a:extLst>
            </p:cNvPr>
            <p:cNvCxnSpPr>
              <a:cxnSpLocks/>
              <a:stCxn id="62" idx="2"/>
              <a:endCxn id="27" idx="0"/>
            </p:cNvCxnSpPr>
            <p:nvPr/>
          </p:nvCxnSpPr>
          <p:spPr>
            <a:xfrm flipH="1">
              <a:off x="3694125" y="1653349"/>
              <a:ext cx="1180084" cy="6841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FD8E9A7-081B-B1C5-D774-5D2E6786DA7C}"/>
                </a:ext>
              </a:extLst>
            </p:cNvPr>
            <p:cNvCxnSpPr>
              <a:cxnSpLocks/>
              <a:stCxn id="62" idx="2"/>
              <a:endCxn id="29" idx="0"/>
            </p:cNvCxnSpPr>
            <p:nvPr/>
          </p:nvCxnSpPr>
          <p:spPr>
            <a:xfrm>
              <a:off x="4874209" y="1653349"/>
              <a:ext cx="1242274" cy="6841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0A06ABC-D481-DF08-441B-65C81965AC16}"/>
                </a:ext>
              </a:extLst>
            </p:cNvPr>
            <p:cNvSpPr txBox="1"/>
            <p:nvPr/>
          </p:nvSpPr>
          <p:spPr>
            <a:xfrm>
              <a:off x="2792072" y="2337539"/>
              <a:ext cx="18041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 centre occupancy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8C266E-17CF-3A09-1773-FDFA3CFE296F}"/>
                </a:ext>
              </a:extLst>
            </p:cNvPr>
            <p:cNvSpPr txBox="1"/>
            <p:nvPr/>
          </p:nvSpPr>
          <p:spPr>
            <a:xfrm>
              <a:off x="5167764" y="2337539"/>
              <a:ext cx="18974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 prices of child care fees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C6C6B50-0295-9476-F819-F5A7438A3FE3}"/>
                </a:ext>
              </a:extLst>
            </p:cNvPr>
            <p:cNvCxnSpPr>
              <a:cxnSpLocks/>
              <a:stCxn id="27" idx="2"/>
              <a:endCxn id="37" idx="0"/>
            </p:cNvCxnSpPr>
            <p:nvPr/>
          </p:nvCxnSpPr>
          <p:spPr>
            <a:xfrm>
              <a:off x="3694125" y="2922314"/>
              <a:ext cx="1174518" cy="578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6DFCEC7-7035-0740-616D-C70BA5E90CC0}"/>
                </a:ext>
              </a:extLst>
            </p:cNvPr>
            <p:cNvCxnSpPr>
              <a:cxnSpLocks/>
              <a:stCxn id="29" idx="2"/>
              <a:endCxn id="37" idx="0"/>
            </p:cNvCxnSpPr>
            <p:nvPr/>
          </p:nvCxnSpPr>
          <p:spPr>
            <a:xfrm flipH="1">
              <a:off x="4868643" y="2922314"/>
              <a:ext cx="1247840" cy="578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931C309-6B2E-2C45-F614-00999B571FFB}"/>
                </a:ext>
              </a:extLst>
            </p:cNvPr>
            <p:cNvSpPr txBox="1"/>
            <p:nvPr/>
          </p:nvSpPr>
          <p:spPr>
            <a:xfrm>
              <a:off x="4116646" y="3501014"/>
              <a:ext cx="1503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498D19-D1C2-147E-3B1C-FB4AD1FDE379}"/>
                </a:ext>
              </a:extLst>
            </p:cNvPr>
            <p:cNvSpPr txBox="1"/>
            <p:nvPr/>
          </p:nvSpPr>
          <p:spPr>
            <a:xfrm>
              <a:off x="7450132" y="2337539"/>
              <a:ext cx="11412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 fixed costs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93FC19D-CB85-A1BF-1162-E66201CC3957}"/>
                </a:ext>
              </a:extLst>
            </p:cNvPr>
            <p:cNvCxnSpPr>
              <a:cxnSpLocks/>
              <a:stCxn id="63" idx="2"/>
              <a:endCxn id="38" idx="0"/>
            </p:cNvCxnSpPr>
            <p:nvPr/>
          </p:nvCxnSpPr>
          <p:spPr>
            <a:xfrm flipH="1">
              <a:off x="8020756" y="1653349"/>
              <a:ext cx="1042416" cy="6841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3881A3-EE37-D05E-F837-C5255234EFFA}"/>
                </a:ext>
              </a:extLst>
            </p:cNvPr>
            <p:cNvSpPr txBox="1"/>
            <p:nvPr/>
          </p:nvSpPr>
          <p:spPr>
            <a:xfrm>
              <a:off x="9554232" y="2337539"/>
              <a:ext cx="14451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 variable costs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C3AAC40-F006-F059-CD85-AB04614F0DA9}"/>
                </a:ext>
              </a:extLst>
            </p:cNvPr>
            <p:cNvCxnSpPr>
              <a:cxnSpLocks/>
              <a:stCxn id="63" idx="2"/>
              <a:endCxn id="48" idx="0"/>
            </p:cNvCxnSpPr>
            <p:nvPr/>
          </p:nvCxnSpPr>
          <p:spPr>
            <a:xfrm>
              <a:off x="9063172" y="1653349"/>
              <a:ext cx="1213647" cy="6841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6FB4AD4-C138-8B99-800D-F8443F376704}"/>
                </a:ext>
              </a:extLst>
            </p:cNvPr>
            <p:cNvCxnSpPr>
              <a:cxnSpLocks/>
              <a:stCxn id="38" idx="2"/>
              <a:endCxn id="73" idx="0"/>
            </p:cNvCxnSpPr>
            <p:nvPr/>
          </p:nvCxnSpPr>
          <p:spPr>
            <a:xfrm>
              <a:off x="8020756" y="2922314"/>
              <a:ext cx="1174429" cy="4399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5E6F9BB-1100-6BEA-38BD-3E8F4EFE14C0}"/>
                </a:ext>
              </a:extLst>
            </p:cNvPr>
            <p:cNvSpPr txBox="1"/>
            <p:nvPr/>
          </p:nvSpPr>
          <p:spPr>
            <a:xfrm>
              <a:off x="458898" y="1284017"/>
              <a:ext cx="4121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A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Profit ≥ 0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328DC0-B2B0-1A55-017A-0A2EC6A58D0B}"/>
                </a:ext>
              </a:extLst>
            </p:cNvPr>
            <p:cNvSpPr txBox="1"/>
            <p:nvPr/>
          </p:nvSpPr>
          <p:spPr>
            <a:xfrm>
              <a:off x="2899439" y="1284017"/>
              <a:ext cx="3949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A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Revenue ≥ 0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989E2DC-B60C-AA21-DD4D-98F6843564C3}"/>
                </a:ext>
              </a:extLst>
            </p:cNvPr>
            <p:cNvSpPr txBox="1"/>
            <p:nvPr/>
          </p:nvSpPr>
          <p:spPr>
            <a:xfrm>
              <a:off x="7088402" y="1284017"/>
              <a:ext cx="3949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A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Cost ≤ 0 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B33DA2A-4865-9657-B47E-82D7004AC9E5}"/>
                </a:ext>
              </a:extLst>
            </p:cNvPr>
            <p:cNvCxnSpPr>
              <a:cxnSpLocks/>
              <a:stCxn id="48" idx="2"/>
              <a:endCxn id="73" idx="0"/>
            </p:cNvCxnSpPr>
            <p:nvPr/>
          </p:nvCxnSpPr>
          <p:spPr>
            <a:xfrm flipH="1">
              <a:off x="9195185" y="2922314"/>
              <a:ext cx="1081634" cy="4399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3B988CE-FDD3-52AB-6328-463A32AA7E7D}"/>
                </a:ext>
              </a:extLst>
            </p:cNvPr>
            <p:cNvSpPr txBox="1"/>
            <p:nvPr/>
          </p:nvSpPr>
          <p:spPr>
            <a:xfrm>
              <a:off x="8443188" y="3362302"/>
              <a:ext cx="1503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Parents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C293160-C6ED-8A6C-17AD-2F10F7783E82}"/>
                </a:ext>
              </a:extLst>
            </p:cNvPr>
            <p:cNvSpPr/>
            <p:nvPr/>
          </p:nvSpPr>
          <p:spPr>
            <a:xfrm>
              <a:off x="268540" y="663295"/>
              <a:ext cx="1255459" cy="5302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 problem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BB1AB09-C263-78D7-106E-758F209C3468}"/>
                </a:ext>
              </a:extLst>
            </p:cNvPr>
            <p:cNvSpPr/>
            <p:nvPr/>
          </p:nvSpPr>
          <p:spPr>
            <a:xfrm>
              <a:off x="268540" y="1243254"/>
              <a:ext cx="1255459" cy="5302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Goal of the centre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0A6272B-4917-21FA-76F5-C24222B9B5E2}"/>
                </a:ext>
              </a:extLst>
            </p:cNvPr>
            <p:cNvSpPr/>
            <p:nvPr/>
          </p:nvSpPr>
          <p:spPr>
            <a:xfrm>
              <a:off x="268540" y="1833723"/>
              <a:ext cx="1255459" cy="1578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Strategy of the Centre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6EC9AB0-2CC6-D2D4-0D87-539C3E547308}"/>
                </a:ext>
              </a:extLst>
            </p:cNvPr>
            <p:cNvSpPr/>
            <p:nvPr/>
          </p:nvSpPr>
          <p:spPr>
            <a:xfrm>
              <a:off x="268540" y="4056611"/>
              <a:ext cx="1255459" cy="23987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Effect of Information Asymmetry on Strategy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0D8F735-BD7B-F5DC-5013-705717A8249A}"/>
                </a:ext>
              </a:extLst>
            </p:cNvPr>
            <p:cNvSpPr txBox="1"/>
            <p:nvPr/>
          </p:nvSpPr>
          <p:spPr>
            <a:xfrm>
              <a:off x="3116741" y="4585495"/>
              <a:ext cx="195105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gain from improving parent-visible quality 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by attracting enrolments, increasing usage and justifying higher fees.</a:t>
              </a:r>
              <a:endParaRPr lang="en-AU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58E6FBB-A4E1-46DD-5A43-7A039A0BA431}"/>
                </a:ext>
              </a:extLst>
            </p:cNvPr>
            <p:cNvSpPr txBox="1"/>
            <p:nvPr/>
          </p:nvSpPr>
          <p:spPr>
            <a:xfrm>
              <a:off x="5050522" y="4585495"/>
              <a:ext cx="191307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gain less from improving quality 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that parents cannot observe. Returns also are only realised when centres are reassessed.</a:t>
              </a:r>
              <a:endParaRPr lang="en-AU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FE9B41E-5B62-017F-B722-FD5D74E42B4A}"/>
                </a:ext>
              </a:extLst>
            </p:cNvPr>
            <p:cNvSpPr txBox="1"/>
            <p:nvPr/>
          </p:nvSpPr>
          <p:spPr>
            <a:xfrm>
              <a:off x="9554232" y="4585495"/>
              <a:ext cx="19130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face less risk from decreasing costs 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quality areas parents cannot observe. </a:t>
              </a:r>
              <a:endParaRPr lang="en-AU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0FE530A-59E5-97BE-B47A-E4E04DC637E1}"/>
                </a:ext>
              </a:extLst>
            </p:cNvPr>
            <p:cNvSpPr txBox="1"/>
            <p:nvPr/>
          </p:nvSpPr>
          <p:spPr>
            <a:xfrm>
              <a:off x="7641159" y="4585495"/>
              <a:ext cx="191307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face more risk from decreasing costs 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quality areas parents easily observe if it reduces centre quality. </a:t>
              </a:r>
              <a:endParaRPr lang="en-AU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E6FB99C8-608C-AC80-A1BA-B3E173AFC484}"/>
                </a:ext>
              </a:extLst>
            </p:cNvPr>
            <p:cNvGrpSpPr/>
            <p:nvPr/>
          </p:nvGrpSpPr>
          <p:grpSpPr>
            <a:xfrm>
              <a:off x="3116741" y="3879362"/>
              <a:ext cx="3987188" cy="673394"/>
              <a:chOff x="3032153" y="4357167"/>
              <a:chExt cx="3987188" cy="673394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316D2BFA-4418-64B2-7EBA-640ABF1BD90B}"/>
                  </a:ext>
                </a:extLst>
              </p:cNvPr>
              <p:cNvGrpSpPr/>
              <p:nvPr/>
            </p:nvGrpSpPr>
            <p:grpSpPr>
              <a:xfrm>
                <a:off x="3032153" y="4357167"/>
                <a:ext cx="1999809" cy="673394"/>
                <a:chOff x="2097423" y="4466173"/>
                <a:chExt cx="1999809" cy="673394"/>
              </a:xfrm>
            </p:grpSpPr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E6B66FBD-3FED-3400-4695-9805C3B8FB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b="22451"/>
                <a:stretch>
                  <a:fillRect/>
                </a:stretch>
              </p:blipFill>
              <p:spPr>
                <a:xfrm>
                  <a:off x="2097423" y="4466173"/>
                  <a:ext cx="932667" cy="646331"/>
                </a:xfrm>
                <a:prstGeom prst="rect">
                  <a:avLst/>
                </a:prstGeom>
              </p:spPr>
            </p:pic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96DF386B-3A67-D80E-6369-619D18621FE0}"/>
                    </a:ext>
                  </a:extLst>
                </p:cNvPr>
                <p:cNvSpPr txBox="1"/>
                <p:nvPr/>
              </p:nvSpPr>
              <p:spPr>
                <a:xfrm>
                  <a:off x="2593238" y="4831790"/>
                  <a:ext cx="150399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Parent-Visible</a:t>
                  </a: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D80E8E70-1D8F-67E8-80A7-E56CF374EA2C}"/>
                  </a:ext>
                </a:extLst>
              </p:cNvPr>
              <p:cNvGrpSpPr/>
              <p:nvPr/>
            </p:nvGrpSpPr>
            <p:grpSpPr>
              <a:xfrm>
                <a:off x="4925616" y="4357167"/>
                <a:ext cx="2093725" cy="600992"/>
                <a:chOff x="4925616" y="4357167"/>
                <a:chExt cx="2093725" cy="600992"/>
              </a:xfrm>
            </p:grpSpPr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67CB6441-586C-5B31-A103-FE721658F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18363"/>
                <a:stretch>
                  <a:fillRect/>
                </a:stretch>
              </p:blipFill>
              <p:spPr>
                <a:xfrm>
                  <a:off x="4925616" y="4357167"/>
                  <a:ext cx="738551" cy="568335"/>
                </a:xfrm>
                <a:prstGeom prst="rect">
                  <a:avLst/>
                </a:prstGeom>
              </p:spPr>
            </p:pic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32AE4091-2303-56CA-7569-7CDB475D813A}"/>
                    </a:ext>
                  </a:extLst>
                </p:cNvPr>
                <p:cNvSpPr txBox="1"/>
                <p:nvPr/>
              </p:nvSpPr>
              <p:spPr>
                <a:xfrm>
                  <a:off x="5265100" y="4650382"/>
                  <a:ext cx="17542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Parent-Invisible</a:t>
                  </a:r>
                </a:p>
              </p:txBody>
            </p: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AA954DE-AE6F-5FF5-C104-E0167EC82F17}"/>
                </a:ext>
              </a:extLst>
            </p:cNvPr>
            <p:cNvGrpSpPr/>
            <p:nvPr/>
          </p:nvGrpSpPr>
          <p:grpSpPr>
            <a:xfrm>
              <a:off x="7554423" y="3879362"/>
              <a:ext cx="3987188" cy="673394"/>
              <a:chOff x="3032153" y="4357167"/>
              <a:chExt cx="3987188" cy="673394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63299430-2EEF-03BC-F0DA-031C41EC84D7}"/>
                  </a:ext>
                </a:extLst>
              </p:cNvPr>
              <p:cNvGrpSpPr/>
              <p:nvPr/>
            </p:nvGrpSpPr>
            <p:grpSpPr>
              <a:xfrm>
                <a:off x="3032153" y="4357167"/>
                <a:ext cx="1999809" cy="673394"/>
                <a:chOff x="2097423" y="4466173"/>
                <a:chExt cx="1999809" cy="673394"/>
              </a:xfrm>
            </p:grpSpPr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77AAFB2A-DBAF-226D-9487-04E05C69A9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b="22451"/>
                <a:stretch>
                  <a:fillRect/>
                </a:stretch>
              </p:blipFill>
              <p:spPr>
                <a:xfrm>
                  <a:off x="2097423" y="4466173"/>
                  <a:ext cx="932667" cy="646331"/>
                </a:xfrm>
                <a:prstGeom prst="rect">
                  <a:avLst/>
                </a:prstGeom>
              </p:spPr>
            </p:pic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71CF355-69E8-F0E5-9AD2-366EFB2D3B4A}"/>
                    </a:ext>
                  </a:extLst>
                </p:cNvPr>
                <p:cNvSpPr txBox="1"/>
                <p:nvPr/>
              </p:nvSpPr>
              <p:spPr>
                <a:xfrm>
                  <a:off x="2593238" y="4831790"/>
                  <a:ext cx="150399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Parent-Visible</a:t>
                  </a:r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D2A461E3-201B-B94C-1C5A-8601A01A7770}"/>
                  </a:ext>
                </a:extLst>
              </p:cNvPr>
              <p:cNvGrpSpPr/>
              <p:nvPr/>
            </p:nvGrpSpPr>
            <p:grpSpPr>
              <a:xfrm>
                <a:off x="4925616" y="4357167"/>
                <a:ext cx="2093725" cy="600992"/>
                <a:chOff x="4925616" y="4357167"/>
                <a:chExt cx="2093725" cy="600992"/>
              </a:xfrm>
            </p:grpSpPr>
            <p:pic>
              <p:nvPicPr>
                <p:cNvPr id="124" name="Picture 123">
                  <a:extLst>
                    <a:ext uri="{FF2B5EF4-FFF2-40B4-BE49-F238E27FC236}">
                      <a16:creationId xmlns:a16="http://schemas.microsoft.com/office/drawing/2014/main" id="{6C4D49FA-1834-F196-0422-59C130069D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18363"/>
                <a:stretch>
                  <a:fillRect/>
                </a:stretch>
              </p:blipFill>
              <p:spPr>
                <a:xfrm>
                  <a:off x="4925616" y="4357167"/>
                  <a:ext cx="738551" cy="568335"/>
                </a:xfrm>
                <a:prstGeom prst="rect">
                  <a:avLst/>
                </a:prstGeom>
              </p:spPr>
            </p:pic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971FE264-429A-A6A4-67D6-D1C0F6A1F2C9}"/>
                    </a:ext>
                  </a:extLst>
                </p:cNvPr>
                <p:cNvSpPr txBox="1"/>
                <p:nvPr/>
              </p:nvSpPr>
              <p:spPr>
                <a:xfrm>
                  <a:off x="5265100" y="4650382"/>
                  <a:ext cx="17542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Parent-Invisible</a:t>
                  </a:r>
                </a:p>
              </p:txBody>
            </p:sp>
          </p:grp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5EC703-0F6D-0D36-15A2-F04B00A9A0AF}"/>
                </a:ext>
              </a:extLst>
            </p:cNvPr>
            <p:cNvSpPr txBox="1"/>
            <p:nvPr/>
          </p:nvSpPr>
          <p:spPr>
            <a:xfrm>
              <a:off x="7699895" y="6022177"/>
              <a:ext cx="378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Any cost cutting strategy should either decrease or maintain current quality 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0D411D0-9AE8-46FA-9F36-804F9B094A00}"/>
                </a:ext>
              </a:extLst>
            </p:cNvPr>
            <p:cNvSpPr txBox="1"/>
            <p:nvPr/>
          </p:nvSpPr>
          <p:spPr>
            <a:xfrm>
              <a:off x="3116741" y="6075631"/>
              <a:ext cx="430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gain the most from quality improvements targeting parent-visible quality areas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FCCCB47-47CF-CF6B-0829-632E9644F54E}"/>
                </a:ext>
              </a:extLst>
            </p:cNvPr>
            <p:cNvSpPr/>
            <p:nvPr/>
          </p:nvSpPr>
          <p:spPr>
            <a:xfrm>
              <a:off x="268540" y="3512274"/>
              <a:ext cx="1255459" cy="473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Market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17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DE846-6F3A-953C-56A7-540B71A76A0A}"/>
              </a:ext>
            </a:extLst>
          </p:cNvPr>
          <p:cNvSpPr txBox="1"/>
          <p:nvPr/>
        </p:nvSpPr>
        <p:spPr>
          <a:xfrm>
            <a:off x="4469272" y="212111"/>
            <a:ext cx="3253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TRUE score </a:t>
            </a:r>
            <a:r>
              <a:rPr lang="en-A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NQS score</a:t>
            </a: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bias)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5C06304-B619-9D6E-30F2-7A178952A4E3}"/>
              </a:ext>
            </a:extLst>
          </p:cNvPr>
          <p:cNvGrpSpPr/>
          <p:nvPr/>
        </p:nvGrpSpPr>
        <p:grpSpPr>
          <a:xfrm>
            <a:off x="1158300" y="1750142"/>
            <a:ext cx="7145384" cy="4288463"/>
            <a:chOff x="1131602" y="1750142"/>
            <a:chExt cx="7145384" cy="42884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B47974-D03C-3AA4-E640-66BEF2C5D615}"/>
                </a:ext>
              </a:extLst>
            </p:cNvPr>
            <p:cNvSpPr txBox="1"/>
            <p:nvPr/>
          </p:nvSpPr>
          <p:spPr>
            <a:xfrm>
              <a:off x="1131602" y="1750142"/>
              <a:ext cx="3253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 TRUE score </a:t>
              </a:r>
              <a:r>
                <a:rPr lang="en-A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NQS score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BD56A0-DB61-00C2-89AD-297D07AA74EA}"/>
                </a:ext>
              </a:extLst>
            </p:cNvPr>
            <p:cNvSpPr txBox="1"/>
            <p:nvPr/>
          </p:nvSpPr>
          <p:spPr>
            <a:xfrm>
              <a:off x="2177260" y="3350567"/>
              <a:ext cx="21925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Centres will ask for a reassessment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09155CC-392D-E9F4-F11A-1FCD24FCFE1C}"/>
                </a:ext>
              </a:extLst>
            </p:cNvPr>
            <p:cNvGrpSpPr/>
            <p:nvPr/>
          </p:nvGrpSpPr>
          <p:grpSpPr>
            <a:xfrm>
              <a:off x="4764622" y="1750142"/>
              <a:ext cx="3512364" cy="4288463"/>
              <a:chOff x="8048596" y="1750142"/>
              <a:chExt cx="3512364" cy="428846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69BD7C-FA05-8789-AA32-B5C6B7D96FBB}"/>
                  </a:ext>
                </a:extLst>
              </p:cNvPr>
              <p:cNvSpPr txBox="1"/>
              <p:nvPr/>
            </p:nvSpPr>
            <p:spPr>
              <a:xfrm>
                <a:off x="8048596" y="1750142"/>
                <a:ext cx="32534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 TRUE score </a:t>
                </a:r>
                <a:r>
                  <a:rPr lang="en-AU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NQS score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380FCE-E912-40EA-DE26-1C2A371D858B}"/>
                  </a:ext>
                </a:extLst>
              </p:cNvPr>
              <p:cNvSpPr txBox="1"/>
              <p:nvPr/>
            </p:nvSpPr>
            <p:spPr>
              <a:xfrm>
                <a:off x="8307504" y="2119474"/>
                <a:ext cx="219258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Centres delay reassessment until TRUE score &gt; NQS score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Centres choose not to reassess</a:t>
                </a:r>
              </a:p>
            </p:txBody>
          </p:sp>
          <p:sp>
            <p:nvSpPr>
              <p:cNvPr id="21" name="Arrow: Down 20">
                <a:extLst>
                  <a:ext uri="{FF2B5EF4-FFF2-40B4-BE49-F238E27FC236}">
                    <a16:creationId xmlns:a16="http://schemas.microsoft.com/office/drawing/2014/main" id="{9D7BF542-DBF3-7726-D5B8-D376E75E6AA8}"/>
                  </a:ext>
                </a:extLst>
              </p:cNvPr>
              <p:cNvSpPr/>
              <p:nvPr/>
            </p:nvSpPr>
            <p:spPr>
              <a:xfrm flipV="1">
                <a:off x="10772433" y="2257304"/>
                <a:ext cx="324465" cy="2862322"/>
              </a:xfrm>
              <a:prstGeom prst="downArrow">
                <a:avLst>
                  <a:gd name="adj1" fmla="val 31818"/>
                  <a:gd name="adj2" fmla="val 125758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D0D6082-67C2-812F-2728-8588EC1889A5}"/>
                  </a:ext>
                </a:extLst>
              </p:cNvPr>
              <p:cNvGrpSpPr/>
              <p:nvPr/>
            </p:nvGrpSpPr>
            <p:grpSpPr>
              <a:xfrm>
                <a:off x="8364723" y="3922067"/>
                <a:ext cx="2378217" cy="1197559"/>
                <a:chOff x="7384025" y="4753332"/>
                <a:chExt cx="2998841" cy="738664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D176438-309A-2CCF-C091-4C0D420549BA}"/>
                    </a:ext>
                  </a:extLst>
                </p:cNvPr>
                <p:cNvSpPr txBox="1"/>
                <p:nvPr/>
              </p:nvSpPr>
              <p:spPr>
                <a:xfrm>
                  <a:off x="7384025" y="4753332"/>
                  <a:ext cx="2998841" cy="73866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AU" sz="1400" dirty="0"/>
                </a:p>
                <a:p>
                  <a:endParaRPr lang="en-AU" sz="1400" dirty="0"/>
                </a:p>
                <a:p>
                  <a:endParaRPr lang="en-AU" sz="1400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0B2E8A2-F696-2A5C-BA3C-693D5E8E9D68}"/>
                    </a:ext>
                  </a:extLst>
                </p:cNvPr>
                <p:cNvSpPr txBox="1"/>
                <p:nvPr/>
              </p:nvSpPr>
              <p:spPr>
                <a:xfrm>
                  <a:off x="7493366" y="4861054"/>
                  <a:ext cx="286118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Compliance checks generally ensure TRUE score is at least = NQS score</a:t>
                  </a: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037D8FF-CF2E-DB99-A2C4-91F1A6088BCC}"/>
                  </a:ext>
                </a:extLst>
              </p:cNvPr>
              <p:cNvSpPr txBox="1"/>
              <p:nvPr/>
            </p:nvSpPr>
            <p:spPr>
              <a:xfrm>
                <a:off x="8307504" y="5392274"/>
                <a:ext cx="32534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Upward biased 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the true score is overrepresented in the data</a:t>
                </a:r>
              </a:p>
            </p:txBody>
          </p:sp>
        </p:grpSp>
        <p:sp>
          <p:nvSpPr>
            <p:cNvPr id="3" name="Equals 2">
              <a:extLst>
                <a:ext uri="{FF2B5EF4-FFF2-40B4-BE49-F238E27FC236}">
                  <a16:creationId xmlns:a16="http://schemas.microsoft.com/office/drawing/2014/main" id="{2F151998-AC63-28EC-383C-152F7F9DDB82}"/>
                </a:ext>
              </a:extLst>
            </p:cNvPr>
            <p:cNvSpPr/>
            <p:nvPr/>
          </p:nvSpPr>
          <p:spPr>
            <a:xfrm>
              <a:off x="1131602" y="3169311"/>
              <a:ext cx="1183907" cy="9274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A9E94E-7B1A-5314-57CD-26BC3396144C}"/>
                </a:ext>
              </a:extLst>
            </p:cNvPr>
            <p:cNvSpPr txBox="1"/>
            <p:nvPr/>
          </p:nvSpPr>
          <p:spPr>
            <a:xfrm>
              <a:off x="1131602" y="5346609"/>
              <a:ext cx="32534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bias</a:t>
              </a:r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the true score is true in the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83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74F8-129C-673A-431D-9496EE02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2SFCA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14E7A8-546D-41B3-C414-7AC6109552A7}"/>
              </a:ext>
            </a:extLst>
          </p:cNvPr>
          <p:cNvGrpSpPr>
            <a:grpSpLocks/>
          </p:cNvGrpSpPr>
          <p:nvPr/>
        </p:nvGrpSpPr>
        <p:grpSpPr>
          <a:xfrm>
            <a:off x="3877853" y="1690688"/>
            <a:ext cx="4014685" cy="3861172"/>
            <a:chOff x="3877853" y="1690688"/>
            <a:chExt cx="4014685" cy="386117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852D37-8DDB-C854-4FCD-74D4F9F0BEF5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77854" y="1690688"/>
              <a:ext cx="4014684" cy="3861172"/>
              <a:chOff x="3644248" y="1281495"/>
              <a:chExt cx="4014684" cy="3861172"/>
            </a:xfrm>
            <a:solidFill>
              <a:schemeClr val="bg1"/>
            </a:solidFill>
          </p:grpSpPr>
          <p:sp>
            <p:nvSpPr>
              <p:cNvPr id="3" name="Flowchart: Document 2">
                <a:extLst>
                  <a:ext uri="{FF2B5EF4-FFF2-40B4-BE49-F238E27FC236}">
                    <a16:creationId xmlns:a16="http://schemas.microsoft.com/office/drawing/2014/main" id="{081E8E5E-227D-1297-FF63-1C54B4B5B0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44251" y="128149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7" name="Flowchart: Document 6">
                <a:extLst>
                  <a:ext uri="{FF2B5EF4-FFF2-40B4-BE49-F238E27FC236}">
                    <a16:creationId xmlns:a16="http://schemas.microsoft.com/office/drawing/2014/main" id="{20835163-8FC5-9FF2-91A1-372355C242AD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644248" y="2607058"/>
                <a:ext cx="2583013" cy="2535608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9" name="Flowchart: Document 8">
                <a:extLst>
                  <a:ext uri="{FF2B5EF4-FFF2-40B4-BE49-F238E27FC236}">
                    <a16:creationId xmlns:a16="http://schemas.microsoft.com/office/drawing/2014/main" id="{FF27DA1F-0CF7-0B48-A024-23BE1D0E268B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8" y="155848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5" name="Flowchart: Document 4">
                <a:extLst>
                  <a:ext uri="{FF2B5EF4-FFF2-40B4-BE49-F238E27FC236}">
                    <a16:creationId xmlns:a16="http://schemas.microsoft.com/office/drawing/2014/main" id="{5661666B-0E6E-33C2-AF85-C47B47C5C85A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9" y="2836644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C7B4F9-5978-75F6-9683-34966497C6D5}"/>
                </a:ext>
              </a:extLst>
            </p:cNvPr>
            <p:cNvSpPr>
              <a:spLocks/>
            </p:cNvSpPr>
            <p:nvPr/>
          </p:nvSpPr>
          <p:spPr>
            <a:xfrm>
              <a:off x="4351743" y="2756548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F6D7108-BE51-CD18-42A0-3EDEFF06C420}"/>
                </a:ext>
              </a:extLst>
            </p:cNvPr>
            <p:cNvSpPr>
              <a:spLocks/>
            </p:cNvSpPr>
            <p:nvPr/>
          </p:nvSpPr>
          <p:spPr>
            <a:xfrm>
              <a:off x="5796757" y="4819720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15E477-278E-D542-E937-53515944F5C0}"/>
                </a:ext>
              </a:extLst>
            </p:cNvPr>
            <p:cNvSpPr>
              <a:spLocks/>
            </p:cNvSpPr>
            <p:nvPr/>
          </p:nvSpPr>
          <p:spPr>
            <a:xfrm>
              <a:off x="5830130" y="3114743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A0841A-B1BA-2D42-DAB0-78251A1AD21C}"/>
                </a:ext>
              </a:extLst>
            </p:cNvPr>
            <p:cNvSpPr>
              <a:spLocks/>
            </p:cNvSpPr>
            <p:nvPr/>
          </p:nvSpPr>
          <p:spPr>
            <a:xfrm>
              <a:off x="3877853" y="2197364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A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9DD11B-3218-FA3D-795C-5A39472F35A6}"/>
                </a:ext>
              </a:extLst>
            </p:cNvPr>
            <p:cNvSpPr>
              <a:spLocks/>
            </p:cNvSpPr>
            <p:nvPr/>
          </p:nvSpPr>
          <p:spPr>
            <a:xfrm>
              <a:off x="5012261" y="3016251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F4AAF6-0392-8A70-B9A9-66E7F7B8049D}"/>
                </a:ext>
              </a:extLst>
            </p:cNvPr>
            <p:cNvSpPr>
              <a:spLocks/>
            </p:cNvSpPr>
            <p:nvPr/>
          </p:nvSpPr>
          <p:spPr>
            <a:xfrm>
              <a:off x="5022268" y="4569368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C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EF0E98-9500-0704-9B52-98EE5B310B54}"/>
                </a:ext>
              </a:extLst>
            </p:cNvPr>
            <p:cNvSpPr>
              <a:spLocks/>
            </p:cNvSpPr>
            <p:nvPr/>
          </p:nvSpPr>
          <p:spPr>
            <a:xfrm>
              <a:off x="4945516" y="439735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DC030B8-981C-1A85-041D-E7888A80BEA7}"/>
                </a:ext>
              </a:extLst>
            </p:cNvPr>
            <p:cNvSpPr>
              <a:spLocks/>
            </p:cNvSpPr>
            <p:nvPr/>
          </p:nvSpPr>
          <p:spPr>
            <a:xfrm>
              <a:off x="4803935" y="2422264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D74BA6-0E13-02BA-0373-5598F2CB9C2C}"/>
                </a:ext>
              </a:extLst>
            </p:cNvPr>
            <p:cNvSpPr>
              <a:spLocks/>
            </p:cNvSpPr>
            <p:nvPr/>
          </p:nvSpPr>
          <p:spPr>
            <a:xfrm>
              <a:off x="6877766" y="2293057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0828C2B-72BD-FA20-1DC8-ACC19296BFD5}"/>
                </a:ext>
              </a:extLst>
            </p:cNvPr>
            <p:cNvSpPr>
              <a:spLocks/>
            </p:cNvSpPr>
            <p:nvPr/>
          </p:nvSpPr>
          <p:spPr>
            <a:xfrm>
              <a:off x="6877766" y="418633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5F7F99B-BC4F-BF61-999C-6367F405CE1B}"/>
                </a:ext>
              </a:extLst>
            </p:cNvPr>
            <p:cNvSpPr>
              <a:spLocks/>
            </p:cNvSpPr>
            <p:nvPr/>
          </p:nvSpPr>
          <p:spPr>
            <a:xfrm>
              <a:off x="5012261" y="1995661"/>
              <a:ext cx="434347" cy="4266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2572FE-2C2B-83A0-E5FB-9A0CA6E34A47}"/>
                </a:ext>
              </a:extLst>
            </p:cNvPr>
            <p:cNvSpPr>
              <a:spLocks/>
            </p:cNvSpPr>
            <p:nvPr/>
          </p:nvSpPr>
          <p:spPr>
            <a:xfrm>
              <a:off x="7215081" y="1995661"/>
              <a:ext cx="434347" cy="4266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8FEEDC1-62AF-3D44-79A1-1E9E63B873BE}"/>
                </a:ext>
              </a:extLst>
            </p:cNvPr>
            <p:cNvSpPr>
              <a:spLocks/>
            </p:cNvSpPr>
            <p:nvPr/>
          </p:nvSpPr>
          <p:spPr>
            <a:xfrm>
              <a:off x="5022268" y="3931243"/>
              <a:ext cx="434347" cy="4266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866ECFE-09FA-6A1C-DF77-3357BFA3B1A6}"/>
                </a:ext>
              </a:extLst>
            </p:cNvPr>
            <p:cNvSpPr>
              <a:spLocks/>
            </p:cNvSpPr>
            <p:nvPr/>
          </p:nvSpPr>
          <p:spPr>
            <a:xfrm>
              <a:off x="7215080" y="3931242"/>
              <a:ext cx="434347" cy="4266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4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2BBB422-6E52-441B-BFB2-D60AFC15B8C6}"/>
              </a:ext>
            </a:extLst>
          </p:cNvPr>
          <p:cNvSpPr txBox="1"/>
          <p:nvPr/>
        </p:nvSpPr>
        <p:spPr>
          <a:xfrm>
            <a:off x="3322117" y="930874"/>
            <a:ext cx="514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Centre, A, B, and C have a capacity of 5, and each SA2 1, 2, 3, 4 have 5 children aged 0-4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BCF183-A5EB-CD68-CC63-24E75F728F19}"/>
              </a:ext>
            </a:extLst>
          </p:cNvPr>
          <p:cNvSpPr txBox="1"/>
          <p:nvPr/>
        </p:nvSpPr>
        <p:spPr>
          <a:xfrm>
            <a:off x="3400145" y="5650352"/>
            <a:ext cx="485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orange points represent centre location and, blue points represent SA2 centroids </a:t>
            </a:r>
          </a:p>
        </p:txBody>
      </p:sp>
    </p:spTree>
    <p:extLst>
      <p:ext uri="{BB962C8B-B14F-4D97-AF65-F5344CB8AC3E}">
        <p14:creationId xmlns:p14="http://schemas.microsoft.com/office/powerpoint/2010/main" val="52614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E8C2-ECBB-3831-0503-1008C838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5750-AF8F-B254-36F8-AF022137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2SFCA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23EC51-B40A-4FD3-2BD1-09499AD72F1C}"/>
              </a:ext>
            </a:extLst>
          </p:cNvPr>
          <p:cNvGrpSpPr>
            <a:grpSpLocks/>
          </p:cNvGrpSpPr>
          <p:nvPr/>
        </p:nvGrpSpPr>
        <p:grpSpPr>
          <a:xfrm>
            <a:off x="2609885" y="1824800"/>
            <a:ext cx="4014685" cy="3861172"/>
            <a:chOff x="3877853" y="1690688"/>
            <a:chExt cx="4014685" cy="386117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D9E9EB-CFD2-9D83-F5BD-D9464BB4BE97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77854" y="1690688"/>
              <a:ext cx="4014684" cy="3861172"/>
              <a:chOff x="3644248" y="1281495"/>
              <a:chExt cx="4014684" cy="3861172"/>
            </a:xfrm>
            <a:solidFill>
              <a:schemeClr val="bg1"/>
            </a:solidFill>
          </p:grpSpPr>
          <p:sp>
            <p:nvSpPr>
              <p:cNvPr id="3" name="Flowchart: Document 2">
                <a:extLst>
                  <a:ext uri="{FF2B5EF4-FFF2-40B4-BE49-F238E27FC236}">
                    <a16:creationId xmlns:a16="http://schemas.microsoft.com/office/drawing/2014/main" id="{41D2B7D6-44BB-60D1-6A79-3666B480A0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44251" y="128149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7" name="Flowchart: Document 6">
                <a:extLst>
                  <a:ext uri="{FF2B5EF4-FFF2-40B4-BE49-F238E27FC236}">
                    <a16:creationId xmlns:a16="http://schemas.microsoft.com/office/drawing/2014/main" id="{E7643AE4-327B-239B-13C3-658451163148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644248" y="2607058"/>
                <a:ext cx="2583013" cy="2535608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9" name="Flowchart: Document 8">
                <a:extLst>
                  <a:ext uri="{FF2B5EF4-FFF2-40B4-BE49-F238E27FC236}">
                    <a16:creationId xmlns:a16="http://schemas.microsoft.com/office/drawing/2014/main" id="{62E989DE-B8AD-FEE9-602C-2E24816BC9A4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8" y="155848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5" name="Flowchart: Document 4">
                <a:extLst>
                  <a:ext uri="{FF2B5EF4-FFF2-40B4-BE49-F238E27FC236}">
                    <a16:creationId xmlns:a16="http://schemas.microsoft.com/office/drawing/2014/main" id="{B0A6C799-A00F-9943-E3D2-088EF4D95D46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9" y="2836644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 dirty="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7C3793-52E2-CFBA-3967-BC3B6CB2B0CE}"/>
                </a:ext>
              </a:extLst>
            </p:cNvPr>
            <p:cNvSpPr>
              <a:spLocks/>
            </p:cNvSpPr>
            <p:nvPr/>
          </p:nvSpPr>
          <p:spPr>
            <a:xfrm>
              <a:off x="4351743" y="2756548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0CED5A-0790-115C-766C-6C1778DC1FBB}"/>
                </a:ext>
              </a:extLst>
            </p:cNvPr>
            <p:cNvSpPr>
              <a:spLocks/>
            </p:cNvSpPr>
            <p:nvPr/>
          </p:nvSpPr>
          <p:spPr>
            <a:xfrm>
              <a:off x="5796757" y="4819720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711229-B2B6-D14F-A7EF-1D69EC3BDAB2}"/>
                </a:ext>
              </a:extLst>
            </p:cNvPr>
            <p:cNvSpPr>
              <a:spLocks/>
            </p:cNvSpPr>
            <p:nvPr/>
          </p:nvSpPr>
          <p:spPr>
            <a:xfrm>
              <a:off x="5830130" y="3114743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879401-5A70-5662-C9CA-5D008AB97285}"/>
                </a:ext>
              </a:extLst>
            </p:cNvPr>
            <p:cNvSpPr>
              <a:spLocks/>
            </p:cNvSpPr>
            <p:nvPr/>
          </p:nvSpPr>
          <p:spPr>
            <a:xfrm>
              <a:off x="3877853" y="2197364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A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A0B95D-7F14-A246-E7A2-4EC24D045F4B}"/>
                </a:ext>
              </a:extLst>
            </p:cNvPr>
            <p:cNvSpPr>
              <a:spLocks/>
            </p:cNvSpPr>
            <p:nvPr/>
          </p:nvSpPr>
          <p:spPr>
            <a:xfrm>
              <a:off x="5012261" y="3016251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CD8F8F-BC72-3848-AF5F-08CAD1DF3E70}"/>
                </a:ext>
              </a:extLst>
            </p:cNvPr>
            <p:cNvSpPr>
              <a:spLocks/>
            </p:cNvSpPr>
            <p:nvPr/>
          </p:nvSpPr>
          <p:spPr>
            <a:xfrm>
              <a:off x="5022268" y="4569368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C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292231C-B7C2-B52C-DA21-A1F0DB34AA09}"/>
                </a:ext>
              </a:extLst>
            </p:cNvPr>
            <p:cNvSpPr>
              <a:spLocks/>
            </p:cNvSpPr>
            <p:nvPr/>
          </p:nvSpPr>
          <p:spPr>
            <a:xfrm>
              <a:off x="4945516" y="439735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D4C500E-B1BF-4C56-6E04-82C2BE56646D}"/>
                </a:ext>
              </a:extLst>
            </p:cNvPr>
            <p:cNvSpPr>
              <a:spLocks/>
            </p:cNvSpPr>
            <p:nvPr/>
          </p:nvSpPr>
          <p:spPr>
            <a:xfrm>
              <a:off x="4803935" y="2422264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F14FADA-E051-6169-EF49-59914E13D115}"/>
                </a:ext>
              </a:extLst>
            </p:cNvPr>
            <p:cNvSpPr>
              <a:spLocks/>
            </p:cNvSpPr>
            <p:nvPr/>
          </p:nvSpPr>
          <p:spPr>
            <a:xfrm>
              <a:off x="6877766" y="2293057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178E1F-34C1-7E0B-60D2-902BCE4F7D97}"/>
                </a:ext>
              </a:extLst>
            </p:cNvPr>
            <p:cNvSpPr>
              <a:spLocks/>
            </p:cNvSpPr>
            <p:nvPr/>
          </p:nvSpPr>
          <p:spPr>
            <a:xfrm>
              <a:off x="6877766" y="418633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B05FDDC-FACB-9212-17D7-5E642B74C70E}"/>
                </a:ext>
              </a:extLst>
            </p:cNvPr>
            <p:cNvSpPr>
              <a:spLocks/>
            </p:cNvSpPr>
            <p:nvPr/>
          </p:nvSpPr>
          <p:spPr>
            <a:xfrm>
              <a:off x="5012261" y="1995661"/>
              <a:ext cx="434347" cy="42660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C81B9E1-0E36-1C9A-A419-083183F5D141}"/>
                </a:ext>
              </a:extLst>
            </p:cNvPr>
            <p:cNvSpPr>
              <a:spLocks/>
            </p:cNvSpPr>
            <p:nvPr/>
          </p:nvSpPr>
          <p:spPr>
            <a:xfrm>
              <a:off x="7215081" y="1995661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BF8D0C4-0151-8E87-660E-C426FDE8A8E5}"/>
                </a:ext>
              </a:extLst>
            </p:cNvPr>
            <p:cNvSpPr>
              <a:spLocks/>
            </p:cNvSpPr>
            <p:nvPr/>
          </p:nvSpPr>
          <p:spPr>
            <a:xfrm>
              <a:off x="5022268" y="3931243"/>
              <a:ext cx="434347" cy="42660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55EF654-62EE-FD76-8A0D-884CA87CC43C}"/>
                </a:ext>
              </a:extLst>
            </p:cNvPr>
            <p:cNvSpPr>
              <a:spLocks/>
            </p:cNvSpPr>
            <p:nvPr/>
          </p:nvSpPr>
          <p:spPr>
            <a:xfrm>
              <a:off x="7215080" y="3931242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4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8ED05498-928A-631B-E078-0FCCCD32E9BB}"/>
              </a:ext>
            </a:extLst>
          </p:cNvPr>
          <p:cNvSpPr/>
          <p:nvPr/>
        </p:nvSpPr>
        <p:spPr>
          <a:xfrm>
            <a:off x="2299523" y="2145222"/>
            <a:ext cx="1661943" cy="1564295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682988-DC42-F60D-4FE7-A647A9D9F0D8}"/>
              </a:ext>
            </a:extLst>
          </p:cNvPr>
          <p:cNvSpPr/>
          <p:nvPr/>
        </p:nvSpPr>
        <p:spPr>
          <a:xfrm>
            <a:off x="3764310" y="2466707"/>
            <a:ext cx="1661943" cy="1564295"/>
          </a:xfrm>
          <a:prstGeom prst="ellipse">
            <a:avLst/>
          </a:prstGeom>
          <a:noFill/>
          <a:ln w="28575"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B6CADB-AA13-2902-F34A-23F87377F79C}"/>
              </a:ext>
            </a:extLst>
          </p:cNvPr>
          <p:cNvSpPr/>
          <p:nvPr/>
        </p:nvSpPr>
        <p:spPr>
          <a:xfrm>
            <a:off x="3630820" y="4205528"/>
            <a:ext cx="1661943" cy="1564295"/>
          </a:xfrm>
          <a:prstGeom prst="ellipse">
            <a:avLst/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E13144-575A-259F-E981-DB50EA20C7B5}"/>
              </a:ext>
            </a:extLst>
          </p:cNvPr>
          <p:cNvCxnSpPr>
            <a:cxnSpLocks/>
          </p:cNvCxnSpPr>
          <p:nvPr/>
        </p:nvCxnSpPr>
        <p:spPr>
          <a:xfrm flipV="1">
            <a:off x="3117392" y="2876798"/>
            <a:ext cx="864091" cy="36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77AB58-503C-1B8B-84B8-6BEC35BBF29B}"/>
              </a:ext>
            </a:extLst>
          </p:cNvPr>
          <p:cNvSpPr txBox="1"/>
          <p:nvPr/>
        </p:nvSpPr>
        <p:spPr>
          <a:xfrm>
            <a:off x="3093252" y="2929763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6D89BC-1AE0-00F6-7687-BED7502881DB}"/>
              </a:ext>
            </a:extLst>
          </p:cNvPr>
          <p:cNvSpPr txBox="1"/>
          <p:nvPr/>
        </p:nvSpPr>
        <p:spPr>
          <a:xfrm>
            <a:off x="2054149" y="1319712"/>
            <a:ext cx="514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A67B19-5FC7-8529-0BB2-E993C48414CE}"/>
              </a:ext>
            </a:extLst>
          </p:cNvPr>
          <p:cNvSpPr txBox="1"/>
          <p:nvPr/>
        </p:nvSpPr>
        <p:spPr>
          <a:xfrm>
            <a:off x="6808114" y="1868674"/>
            <a:ext cx="42574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 the Supply/Demand ratio for each centre, A, B and C.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A overlaps with SA2.1 and SA2.3. Therefore it’s supply demand is given by 5/(5*2) = ½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B overlaps with SA2.1, SA2.2, SA2.3, SA2.4. Therefore it’s supply/demand is given by 5/(5*4) = ¼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C overlaps with SA2.3, SA2.4. Therefore it’s supply/demand is given by 5/(5*2) = ½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61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B8B9-DA52-5B7B-7501-B13CD124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7C01-E522-85D8-D98E-DA047F94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9677"/>
            <a:ext cx="10515600" cy="1325563"/>
          </a:xfrm>
        </p:spPr>
        <p:txBody>
          <a:bodyPr/>
          <a:lstStyle/>
          <a:p>
            <a:r>
              <a:rPr lang="en-AU" dirty="0"/>
              <a:t>2SFCA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BE3B0B-CB9E-AD59-9175-FBB51AA8ED91}"/>
              </a:ext>
            </a:extLst>
          </p:cNvPr>
          <p:cNvGrpSpPr>
            <a:grpSpLocks/>
          </p:cNvGrpSpPr>
          <p:nvPr/>
        </p:nvGrpSpPr>
        <p:grpSpPr>
          <a:xfrm>
            <a:off x="1460682" y="1690688"/>
            <a:ext cx="4014685" cy="3861172"/>
            <a:chOff x="3877853" y="1690688"/>
            <a:chExt cx="4014685" cy="386117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FC1F5E-6CCE-E0A6-EA88-EC88AC1FDF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77854" y="1690688"/>
              <a:ext cx="4014684" cy="3861172"/>
              <a:chOff x="3644248" y="1281495"/>
              <a:chExt cx="4014684" cy="3861172"/>
            </a:xfrm>
            <a:solidFill>
              <a:schemeClr val="bg1"/>
            </a:solidFill>
          </p:grpSpPr>
          <p:sp>
            <p:nvSpPr>
              <p:cNvPr id="3" name="Flowchart: Document 2">
                <a:extLst>
                  <a:ext uri="{FF2B5EF4-FFF2-40B4-BE49-F238E27FC236}">
                    <a16:creationId xmlns:a16="http://schemas.microsoft.com/office/drawing/2014/main" id="{70DA7EA1-802A-0D4C-3DEF-4F24250059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44251" y="128149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7" name="Flowchart: Document 6">
                <a:extLst>
                  <a:ext uri="{FF2B5EF4-FFF2-40B4-BE49-F238E27FC236}">
                    <a16:creationId xmlns:a16="http://schemas.microsoft.com/office/drawing/2014/main" id="{947C516B-9D79-63FE-E68D-BBD9D4CDC1A6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644248" y="2607058"/>
                <a:ext cx="2583013" cy="2535608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9" name="Flowchart: Document 8">
                <a:extLst>
                  <a:ext uri="{FF2B5EF4-FFF2-40B4-BE49-F238E27FC236}">
                    <a16:creationId xmlns:a16="http://schemas.microsoft.com/office/drawing/2014/main" id="{76227CC7-4FAB-731A-C8AC-C4CECA8A97CC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8" y="155848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5" name="Flowchart: Document 4">
                <a:extLst>
                  <a:ext uri="{FF2B5EF4-FFF2-40B4-BE49-F238E27FC236}">
                    <a16:creationId xmlns:a16="http://schemas.microsoft.com/office/drawing/2014/main" id="{82278D57-1E74-FAA7-85A3-85E1D822F3DA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9" y="2836644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 dirty="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CD8C219-9BCC-E556-26E5-A98B514D11FA}"/>
                </a:ext>
              </a:extLst>
            </p:cNvPr>
            <p:cNvSpPr>
              <a:spLocks/>
            </p:cNvSpPr>
            <p:nvPr/>
          </p:nvSpPr>
          <p:spPr>
            <a:xfrm>
              <a:off x="4351743" y="2756548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E06AAD-6698-06CE-A63C-40857ACDA863}"/>
                </a:ext>
              </a:extLst>
            </p:cNvPr>
            <p:cNvSpPr>
              <a:spLocks/>
            </p:cNvSpPr>
            <p:nvPr/>
          </p:nvSpPr>
          <p:spPr>
            <a:xfrm>
              <a:off x="5796757" y="4819720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AAB7B06-9150-3D4A-B988-55749C252232}"/>
                </a:ext>
              </a:extLst>
            </p:cNvPr>
            <p:cNvSpPr>
              <a:spLocks/>
            </p:cNvSpPr>
            <p:nvPr/>
          </p:nvSpPr>
          <p:spPr>
            <a:xfrm>
              <a:off x="5830130" y="3114743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D2FC36-5202-D17C-EC4A-C94BEC841743}"/>
                </a:ext>
              </a:extLst>
            </p:cNvPr>
            <p:cNvSpPr>
              <a:spLocks/>
            </p:cNvSpPr>
            <p:nvPr/>
          </p:nvSpPr>
          <p:spPr>
            <a:xfrm>
              <a:off x="3877853" y="2197364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A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C6265B-25B5-6FA1-E6BC-BB22F4B899B7}"/>
                </a:ext>
              </a:extLst>
            </p:cNvPr>
            <p:cNvSpPr>
              <a:spLocks/>
            </p:cNvSpPr>
            <p:nvPr/>
          </p:nvSpPr>
          <p:spPr>
            <a:xfrm>
              <a:off x="5012261" y="3016251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F184A9-56B0-D8CC-5B9D-667AA2EB7049}"/>
                </a:ext>
              </a:extLst>
            </p:cNvPr>
            <p:cNvSpPr>
              <a:spLocks/>
            </p:cNvSpPr>
            <p:nvPr/>
          </p:nvSpPr>
          <p:spPr>
            <a:xfrm>
              <a:off x="5022268" y="4569368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C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E85D14-8F2B-72DA-E735-1019183131A6}"/>
                </a:ext>
              </a:extLst>
            </p:cNvPr>
            <p:cNvSpPr>
              <a:spLocks/>
            </p:cNvSpPr>
            <p:nvPr/>
          </p:nvSpPr>
          <p:spPr>
            <a:xfrm>
              <a:off x="4945516" y="439735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29BC6EF-61A3-2164-0AAC-E0780EF4E89C}"/>
                </a:ext>
              </a:extLst>
            </p:cNvPr>
            <p:cNvSpPr>
              <a:spLocks/>
            </p:cNvSpPr>
            <p:nvPr/>
          </p:nvSpPr>
          <p:spPr>
            <a:xfrm>
              <a:off x="4803935" y="2422264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8D30B4-7FF8-1B6A-75AF-EAAAAE48D699}"/>
                </a:ext>
              </a:extLst>
            </p:cNvPr>
            <p:cNvSpPr>
              <a:spLocks/>
            </p:cNvSpPr>
            <p:nvPr/>
          </p:nvSpPr>
          <p:spPr>
            <a:xfrm>
              <a:off x="6877766" y="2293057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1A1D553-FFE7-3049-CC3F-2E56917C05E8}"/>
                </a:ext>
              </a:extLst>
            </p:cNvPr>
            <p:cNvSpPr>
              <a:spLocks/>
            </p:cNvSpPr>
            <p:nvPr/>
          </p:nvSpPr>
          <p:spPr>
            <a:xfrm>
              <a:off x="6877766" y="418633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842571D-4779-F930-C525-757F59781917}"/>
                </a:ext>
              </a:extLst>
            </p:cNvPr>
            <p:cNvSpPr>
              <a:spLocks/>
            </p:cNvSpPr>
            <p:nvPr/>
          </p:nvSpPr>
          <p:spPr>
            <a:xfrm>
              <a:off x="5012261" y="1995661"/>
              <a:ext cx="434347" cy="42660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7654986-62FC-713C-9CC7-B03C09F65518}"/>
                </a:ext>
              </a:extLst>
            </p:cNvPr>
            <p:cNvSpPr>
              <a:spLocks/>
            </p:cNvSpPr>
            <p:nvPr/>
          </p:nvSpPr>
          <p:spPr>
            <a:xfrm>
              <a:off x="7215081" y="1995661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00AF4BA-1AB5-305F-B060-BB0DC092903C}"/>
                </a:ext>
              </a:extLst>
            </p:cNvPr>
            <p:cNvSpPr>
              <a:spLocks/>
            </p:cNvSpPr>
            <p:nvPr/>
          </p:nvSpPr>
          <p:spPr>
            <a:xfrm>
              <a:off x="5022268" y="3931243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20197D9-E04F-2508-493C-8400603AD4D1}"/>
                </a:ext>
              </a:extLst>
            </p:cNvPr>
            <p:cNvSpPr>
              <a:spLocks/>
            </p:cNvSpPr>
            <p:nvPr/>
          </p:nvSpPr>
          <p:spPr>
            <a:xfrm>
              <a:off x="7215080" y="3931242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4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07D4190C-FAC9-94E6-A819-62DC6DAA078A}"/>
              </a:ext>
            </a:extLst>
          </p:cNvPr>
          <p:cNvSpPr/>
          <p:nvPr/>
        </p:nvSpPr>
        <p:spPr>
          <a:xfrm>
            <a:off x="1150320" y="2011110"/>
            <a:ext cx="1661943" cy="1564295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0A33B3-1D93-6E8A-75B1-4277CA7A6C09}"/>
              </a:ext>
            </a:extLst>
          </p:cNvPr>
          <p:cNvSpPr/>
          <p:nvPr/>
        </p:nvSpPr>
        <p:spPr>
          <a:xfrm>
            <a:off x="2615107" y="2332595"/>
            <a:ext cx="1661943" cy="1564295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0580AD-B4DB-2407-90A2-EF322BFAC16E}"/>
              </a:ext>
            </a:extLst>
          </p:cNvPr>
          <p:cNvSpPr/>
          <p:nvPr/>
        </p:nvSpPr>
        <p:spPr>
          <a:xfrm>
            <a:off x="2481617" y="4071416"/>
            <a:ext cx="1661943" cy="1564295"/>
          </a:xfrm>
          <a:prstGeom prst="ellipse">
            <a:avLst/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D3AF1C-5A97-41B2-E63E-22CD929CCFF5}"/>
              </a:ext>
            </a:extLst>
          </p:cNvPr>
          <p:cNvSpPr txBox="1"/>
          <p:nvPr/>
        </p:nvSpPr>
        <p:spPr>
          <a:xfrm>
            <a:off x="5658911" y="1754156"/>
            <a:ext cx="432633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Calculate accessibility score for each SA2, 1, 2, 3, 4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SA2.1: served by centres A and B, therefore it’s accessibility score is = ½ + ¼ = 0.75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SA2.2.: served by centre B, therefore it’s accessibility score is ¼ = 0.25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SA2.3: served by A,B, and C, therefore it’s accessibility score is = ½+ ½+¼ = 1.25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SA2.4’s accessibility score is = 0.75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530F3B-50B2-D67D-6CC8-62FE45E5ECBB}"/>
              </a:ext>
            </a:extLst>
          </p:cNvPr>
          <p:cNvSpPr txBox="1"/>
          <p:nvPr/>
        </p:nvSpPr>
        <p:spPr>
          <a:xfrm>
            <a:off x="871320" y="1210355"/>
            <a:ext cx="514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3371744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C99A-17C9-52D8-9D3C-DD57146F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E0F1-5C00-4172-C049-F8321AF1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9677"/>
            <a:ext cx="10515600" cy="1325563"/>
          </a:xfrm>
        </p:spPr>
        <p:txBody>
          <a:bodyPr/>
          <a:lstStyle/>
          <a:p>
            <a:r>
              <a:rPr lang="en-AU" dirty="0"/>
              <a:t>2SFCA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34B4AE-E59F-83B7-2E63-A22D5997B3FC}"/>
              </a:ext>
            </a:extLst>
          </p:cNvPr>
          <p:cNvSpPr txBox="1"/>
          <p:nvPr/>
        </p:nvSpPr>
        <p:spPr>
          <a:xfrm>
            <a:off x="7083428" y="1995661"/>
            <a:ext cx="44061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Step 1: the demand is weighted by a function of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km, such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w(d)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 is the distance of centre A to each SA2.</a:t>
            </a:r>
          </a:p>
          <a:p>
            <a:pPr algn="ctr"/>
            <a:endParaRPr lang="en-A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Centre A is closer to SA2.1 than SA2.3 I expect A to capture more of the demand in SA2.1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Centre A’s supply/demand ratio is now: </a:t>
            </a: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5/[5*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w(d</a:t>
            </a:r>
            <a:r>
              <a:rPr lang="en-A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A,SA2.1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+ 5*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w(d</a:t>
            </a:r>
            <a:r>
              <a:rPr lang="en-A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A,SA2.3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ED88467-B468-CCC2-731E-8BD589D6AED5}"/>
              </a:ext>
            </a:extLst>
          </p:cNvPr>
          <p:cNvGrpSpPr/>
          <p:nvPr/>
        </p:nvGrpSpPr>
        <p:grpSpPr>
          <a:xfrm>
            <a:off x="2282996" y="1236070"/>
            <a:ext cx="5149516" cy="4399641"/>
            <a:chOff x="3441236" y="1236070"/>
            <a:chExt cx="5149516" cy="439964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9EC8C8-D8D0-B0A4-A242-37F0A06CC713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63718" y="1690688"/>
              <a:ext cx="4014685" cy="3861172"/>
              <a:chOff x="3877853" y="1690688"/>
              <a:chExt cx="4014685" cy="386117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2D90E9F-CECC-0082-26FE-FEFE4A9522D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877854" y="1690688"/>
                <a:ext cx="4014684" cy="3861172"/>
                <a:chOff x="3644248" y="1281495"/>
                <a:chExt cx="4014684" cy="3861172"/>
              </a:xfrm>
              <a:solidFill>
                <a:schemeClr val="bg1"/>
              </a:solidFill>
            </p:grpSpPr>
            <p:sp>
              <p:nvSpPr>
                <p:cNvPr id="3" name="Flowchart: Document 2">
                  <a:extLst>
                    <a:ext uri="{FF2B5EF4-FFF2-40B4-BE49-F238E27FC236}">
                      <a16:creationId xmlns:a16="http://schemas.microsoft.com/office/drawing/2014/main" id="{FD4676E0-0DB8-6109-4EFE-C1E8B87B49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644251" y="1281495"/>
                  <a:ext cx="2583013" cy="2029033"/>
                </a:xfrm>
                <a:prstGeom prst="flowChartDocumen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/>
                </a:p>
              </p:txBody>
            </p:sp>
            <p:sp>
              <p:nvSpPr>
                <p:cNvPr id="7" name="Flowchart: Document 6">
                  <a:extLst>
                    <a:ext uri="{FF2B5EF4-FFF2-40B4-BE49-F238E27FC236}">
                      <a16:creationId xmlns:a16="http://schemas.microsoft.com/office/drawing/2014/main" id="{5E1BE91E-B8F1-5389-6131-DECACAA4FE60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0000">
                  <a:off x="3644248" y="2607058"/>
                  <a:ext cx="2583013" cy="2535608"/>
                </a:xfrm>
                <a:prstGeom prst="flowChartDocumen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/>
                </a:p>
              </p:txBody>
            </p:sp>
            <p:sp>
              <p:nvSpPr>
                <p:cNvPr id="9" name="Flowchart: Document 8">
                  <a:extLst>
                    <a:ext uri="{FF2B5EF4-FFF2-40B4-BE49-F238E27FC236}">
                      <a16:creationId xmlns:a16="http://schemas.microsoft.com/office/drawing/2014/main" id="{7B1BF92B-CBF6-CDDC-E5AE-260C2E5C6069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5352908" y="1558485"/>
                  <a:ext cx="2583013" cy="2029033"/>
                </a:xfrm>
                <a:prstGeom prst="flowChartDocumen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/>
                </a:p>
              </p:txBody>
            </p:sp>
            <p:sp>
              <p:nvSpPr>
                <p:cNvPr id="5" name="Flowchart: Document 4">
                  <a:extLst>
                    <a:ext uri="{FF2B5EF4-FFF2-40B4-BE49-F238E27FC236}">
                      <a16:creationId xmlns:a16="http://schemas.microsoft.com/office/drawing/2014/main" id="{E309C637-BB30-8F9E-6871-BD3A29F076EC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5352909" y="2836644"/>
                  <a:ext cx="2583013" cy="2029033"/>
                </a:xfrm>
                <a:prstGeom prst="flowChartDocumen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b="1" dirty="0"/>
                </a:p>
              </p:txBody>
            </p: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33EED3C-B931-61F5-E5AE-7FEB60A2BA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51743" y="2756548"/>
                <a:ext cx="66745" cy="7342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3C56EAA-A607-7817-85A2-14C15938F4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96757" y="4819720"/>
                <a:ext cx="66745" cy="7342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1642516-0DCD-6EC5-0849-874305EDAC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0130" y="3114743"/>
                <a:ext cx="66745" cy="7342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84862CA-6802-FB71-F98B-8A62B2464A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77853" y="2197364"/>
                <a:ext cx="1134408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2800" b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A</a:t>
                </a:r>
                <a:endPara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2CEA45C-0E5C-6E18-DAE7-38CE9085C5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12261" y="3016251"/>
                <a:ext cx="1134408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2800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B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FE39665-369A-E5F9-4900-66EEB23F35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22268" y="4569368"/>
                <a:ext cx="1134408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2800" b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C</a:t>
                </a:r>
                <a:endPara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E1E02B7-4CE4-4068-D056-9DEF38262F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45516" y="4397351"/>
                <a:ext cx="66745" cy="7342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B7CB1D8-3604-AC3C-9E09-1F2AD882F2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03935" y="2422264"/>
                <a:ext cx="66745" cy="7342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97A05BE-FA77-BFC7-228A-FC2F9C3642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77766" y="2293057"/>
                <a:ext cx="66745" cy="7342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5058C32-D946-5940-94EF-F1974B7EE7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77766" y="4186331"/>
                <a:ext cx="66745" cy="7342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2C9CB98-F133-9C13-7B76-99C91BD330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12261" y="1995661"/>
                <a:ext cx="434347" cy="4266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/>
                  <a:t>1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5CB4DC6-8CD6-6867-F894-924AF04008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15081" y="1995661"/>
                <a:ext cx="434347" cy="4266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/>
                  <a:t>2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4618BC6-4ED4-F5D1-9336-24D0BDE181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22268" y="3931243"/>
                <a:ext cx="434347" cy="4266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/>
                  <a:t>3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936CF2C-E077-72C9-102E-42F404EEB2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15080" y="3931242"/>
                <a:ext cx="434347" cy="4266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/>
                  <a:t>4</a:t>
                </a: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6857743-9E20-CEF1-D1A3-C7B370E7EDD8}"/>
                </a:ext>
              </a:extLst>
            </p:cNvPr>
            <p:cNvSpPr/>
            <p:nvPr/>
          </p:nvSpPr>
          <p:spPr>
            <a:xfrm>
              <a:off x="3753356" y="2011110"/>
              <a:ext cx="1661943" cy="1564295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651B80-402C-3A6F-4046-61935EFCD612}"/>
                </a:ext>
              </a:extLst>
            </p:cNvPr>
            <p:cNvSpPr/>
            <p:nvPr/>
          </p:nvSpPr>
          <p:spPr>
            <a:xfrm>
              <a:off x="5218143" y="2332595"/>
              <a:ext cx="1661943" cy="1564295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58602F6-0D56-40ED-B986-D51102A67E74}"/>
                </a:ext>
              </a:extLst>
            </p:cNvPr>
            <p:cNvSpPr/>
            <p:nvPr/>
          </p:nvSpPr>
          <p:spPr>
            <a:xfrm>
              <a:off x="5084653" y="4071416"/>
              <a:ext cx="1661943" cy="1564295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13C723-3BAB-9F3F-0BF0-6F45884A06BC}"/>
                </a:ext>
              </a:extLst>
            </p:cNvPr>
            <p:cNvSpPr txBox="1"/>
            <p:nvPr/>
          </p:nvSpPr>
          <p:spPr>
            <a:xfrm>
              <a:off x="3441236" y="1236070"/>
              <a:ext cx="5149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 1 with distance decay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4946209-E7F7-310A-31F4-1DEF94AD83E1}"/>
                </a:ext>
              </a:extLst>
            </p:cNvPr>
            <p:cNvCxnSpPr>
              <a:cxnSpLocks/>
            </p:cNvCxnSpPr>
            <p:nvPr/>
          </p:nvCxnSpPr>
          <p:spPr>
            <a:xfrm>
              <a:off x="4594578" y="2847379"/>
              <a:ext cx="552830" cy="15104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06D1C76-6DBA-12DB-3BD6-91DFFBA2D8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4130" y="2503036"/>
              <a:ext cx="407119" cy="27068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3C632B9-E953-5FD1-7118-39DFF42C303F}"/>
                </a:ext>
              </a:extLst>
            </p:cNvPr>
            <p:cNvGrpSpPr/>
            <p:nvPr/>
          </p:nvGrpSpPr>
          <p:grpSpPr>
            <a:xfrm>
              <a:off x="4167611" y="3748250"/>
              <a:ext cx="1030514" cy="646331"/>
              <a:chOff x="1532547" y="2725974"/>
              <a:chExt cx="1030514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A165073-78F3-F8CB-82F1-42A56DA97173}"/>
                      </a:ext>
                    </a:extLst>
                  </p:cNvPr>
                  <p:cNvSpPr txBox="1"/>
                  <p:nvPr/>
                </p:nvSpPr>
                <p:spPr>
                  <a:xfrm>
                    <a:off x="1532547" y="2725974"/>
                    <a:ext cx="10305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A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AU" b="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AU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A165073-78F3-F8CB-82F1-42A56DA971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2547" y="2725974"/>
                    <a:ext cx="1030514" cy="646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7FDB306-ECFE-EC48-B458-AE0A9A30DE34}"/>
                  </a:ext>
                </a:extLst>
              </p:cNvPr>
              <p:cNvSpPr txBox="1"/>
              <p:nvPr/>
            </p:nvSpPr>
            <p:spPr>
              <a:xfrm>
                <a:off x="1669944" y="2868521"/>
                <a:ext cx="74753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SA2.3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9E58311-4B0C-CC67-D31E-F158AD974843}"/>
                </a:ext>
              </a:extLst>
            </p:cNvPr>
            <p:cNvGrpSpPr/>
            <p:nvPr/>
          </p:nvGrpSpPr>
          <p:grpSpPr>
            <a:xfrm>
              <a:off x="4701820" y="2626526"/>
              <a:ext cx="1030514" cy="646331"/>
              <a:chOff x="1532547" y="2725974"/>
              <a:chExt cx="1030514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4EC8403-F74C-35D0-3840-8028F04A4E5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2547" y="2725974"/>
                    <a:ext cx="10305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A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AU" b="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endParaRPr lang="en-AU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4EC8403-F74C-35D0-3840-8028F04A4E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2547" y="2725974"/>
                    <a:ext cx="1030514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B337AB2-E520-135A-4F7C-8C3DDD1F4A4A}"/>
                  </a:ext>
                </a:extLst>
              </p:cNvPr>
              <p:cNvSpPr txBox="1"/>
              <p:nvPr/>
            </p:nvSpPr>
            <p:spPr>
              <a:xfrm>
                <a:off x="1669944" y="2868521"/>
                <a:ext cx="74753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SA2.1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4296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E167-B867-D5BF-C637-DF1FF7DC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47FB-3C23-99AE-4948-64C9D571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2SFCA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52EB92-6DF8-C4E7-1439-2EE39A40F1E9}"/>
              </a:ext>
            </a:extLst>
          </p:cNvPr>
          <p:cNvGrpSpPr>
            <a:grpSpLocks/>
          </p:cNvGrpSpPr>
          <p:nvPr/>
        </p:nvGrpSpPr>
        <p:grpSpPr>
          <a:xfrm>
            <a:off x="2780573" y="1690688"/>
            <a:ext cx="4014685" cy="3861172"/>
            <a:chOff x="3877853" y="1690688"/>
            <a:chExt cx="4014685" cy="386117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571F1D-EBCE-CC62-488A-F8C1839BBE79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77854" y="1690688"/>
              <a:ext cx="4014684" cy="3861172"/>
              <a:chOff x="3644248" y="1281495"/>
              <a:chExt cx="4014684" cy="3861172"/>
            </a:xfrm>
            <a:solidFill>
              <a:schemeClr val="bg1"/>
            </a:solidFill>
          </p:grpSpPr>
          <p:sp>
            <p:nvSpPr>
              <p:cNvPr id="3" name="Flowchart: Document 2">
                <a:extLst>
                  <a:ext uri="{FF2B5EF4-FFF2-40B4-BE49-F238E27FC236}">
                    <a16:creationId xmlns:a16="http://schemas.microsoft.com/office/drawing/2014/main" id="{B48D6449-AAD3-7737-924B-1D3D8CBFC1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44251" y="128149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7" name="Flowchart: Document 6">
                <a:extLst>
                  <a:ext uri="{FF2B5EF4-FFF2-40B4-BE49-F238E27FC236}">
                    <a16:creationId xmlns:a16="http://schemas.microsoft.com/office/drawing/2014/main" id="{9EEAC083-32A8-00CF-B9F1-A0DF699523B3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644248" y="2607058"/>
                <a:ext cx="2583013" cy="2535608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9" name="Flowchart: Document 8">
                <a:extLst>
                  <a:ext uri="{FF2B5EF4-FFF2-40B4-BE49-F238E27FC236}">
                    <a16:creationId xmlns:a16="http://schemas.microsoft.com/office/drawing/2014/main" id="{C693F0F2-9C0E-FD86-9B4B-9BE34997C959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8" y="1558485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5" name="Flowchart: Document 4">
                <a:extLst>
                  <a:ext uri="{FF2B5EF4-FFF2-40B4-BE49-F238E27FC236}">
                    <a16:creationId xmlns:a16="http://schemas.microsoft.com/office/drawing/2014/main" id="{E09CF740-B69D-1F14-5AEA-D037769A01E5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5352909" y="2836644"/>
                <a:ext cx="2583013" cy="2029033"/>
              </a:xfrm>
              <a:prstGeom prst="flowChartDocumen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 dirty="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FC8F14E-4064-0625-44CC-5357361CB4E2}"/>
                </a:ext>
              </a:extLst>
            </p:cNvPr>
            <p:cNvSpPr>
              <a:spLocks/>
            </p:cNvSpPr>
            <p:nvPr/>
          </p:nvSpPr>
          <p:spPr>
            <a:xfrm>
              <a:off x="4351743" y="2756548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F12C2E9-435B-2BB6-9A02-2E84F5C66512}"/>
                </a:ext>
              </a:extLst>
            </p:cNvPr>
            <p:cNvSpPr>
              <a:spLocks/>
            </p:cNvSpPr>
            <p:nvPr/>
          </p:nvSpPr>
          <p:spPr>
            <a:xfrm>
              <a:off x="5796757" y="4819720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64EF0A-4902-3264-DA41-72A3B5802AE9}"/>
                </a:ext>
              </a:extLst>
            </p:cNvPr>
            <p:cNvSpPr>
              <a:spLocks/>
            </p:cNvSpPr>
            <p:nvPr/>
          </p:nvSpPr>
          <p:spPr>
            <a:xfrm>
              <a:off x="5830130" y="3114743"/>
              <a:ext cx="66745" cy="7342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D74ED57-5632-D7BF-CA05-64586226F935}"/>
                </a:ext>
              </a:extLst>
            </p:cNvPr>
            <p:cNvSpPr>
              <a:spLocks/>
            </p:cNvSpPr>
            <p:nvPr/>
          </p:nvSpPr>
          <p:spPr>
            <a:xfrm>
              <a:off x="3877853" y="2197364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A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D86AA5-A9E1-E1E7-7DBB-D98E9C304BC5}"/>
                </a:ext>
              </a:extLst>
            </p:cNvPr>
            <p:cNvSpPr>
              <a:spLocks/>
            </p:cNvSpPr>
            <p:nvPr/>
          </p:nvSpPr>
          <p:spPr>
            <a:xfrm>
              <a:off x="5012261" y="3016251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B32433-4647-D1DB-6DE2-4A38193E9C97}"/>
                </a:ext>
              </a:extLst>
            </p:cNvPr>
            <p:cNvSpPr>
              <a:spLocks/>
            </p:cNvSpPr>
            <p:nvPr/>
          </p:nvSpPr>
          <p:spPr>
            <a:xfrm>
              <a:off x="5022268" y="4569368"/>
              <a:ext cx="1134408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GB" sz="28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C</a:t>
              </a:r>
              <a:endPara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BB3AB1-80F6-4BD3-F7B9-B91C5F82D03B}"/>
                </a:ext>
              </a:extLst>
            </p:cNvPr>
            <p:cNvSpPr>
              <a:spLocks/>
            </p:cNvSpPr>
            <p:nvPr/>
          </p:nvSpPr>
          <p:spPr>
            <a:xfrm>
              <a:off x="4945516" y="439735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4BD844A-6993-89BD-7588-4214B0E66692}"/>
                </a:ext>
              </a:extLst>
            </p:cNvPr>
            <p:cNvSpPr>
              <a:spLocks/>
            </p:cNvSpPr>
            <p:nvPr/>
          </p:nvSpPr>
          <p:spPr>
            <a:xfrm>
              <a:off x="4803935" y="2422264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9B0515-9114-AF91-FE63-A6B7C219028D}"/>
                </a:ext>
              </a:extLst>
            </p:cNvPr>
            <p:cNvSpPr>
              <a:spLocks/>
            </p:cNvSpPr>
            <p:nvPr/>
          </p:nvSpPr>
          <p:spPr>
            <a:xfrm>
              <a:off x="6877766" y="2293057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EA82FB2-EAA0-0005-5CF4-7FC7DD23A5AA}"/>
                </a:ext>
              </a:extLst>
            </p:cNvPr>
            <p:cNvSpPr>
              <a:spLocks/>
            </p:cNvSpPr>
            <p:nvPr/>
          </p:nvSpPr>
          <p:spPr>
            <a:xfrm>
              <a:off x="6877766" y="4186331"/>
              <a:ext cx="66745" cy="734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8DAD74A-3AAF-D1E7-57E4-23B7E6A48C23}"/>
                </a:ext>
              </a:extLst>
            </p:cNvPr>
            <p:cNvSpPr>
              <a:spLocks/>
            </p:cNvSpPr>
            <p:nvPr/>
          </p:nvSpPr>
          <p:spPr>
            <a:xfrm>
              <a:off x="5012261" y="1995661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192B41E-A9D1-3CD3-4316-096CC3EE235B}"/>
                </a:ext>
              </a:extLst>
            </p:cNvPr>
            <p:cNvSpPr>
              <a:spLocks/>
            </p:cNvSpPr>
            <p:nvPr/>
          </p:nvSpPr>
          <p:spPr>
            <a:xfrm>
              <a:off x="7215081" y="1995661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B64623D-24A6-BED4-31E1-A9734DCD4EA2}"/>
                </a:ext>
              </a:extLst>
            </p:cNvPr>
            <p:cNvSpPr>
              <a:spLocks/>
            </p:cNvSpPr>
            <p:nvPr/>
          </p:nvSpPr>
          <p:spPr>
            <a:xfrm>
              <a:off x="5022268" y="3931243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A0185A0-8FCB-F575-9FB9-4BC91E1DD140}"/>
                </a:ext>
              </a:extLst>
            </p:cNvPr>
            <p:cNvSpPr>
              <a:spLocks/>
            </p:cNvSpPr>
            <p:nvPr/>
          </p:nvSpPr>
          <p:spPr>
            <a:xfrm>
              <a:off x="7215080" y="3931242"/>
              <a:ext cx="434347" cy="4266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/>
                <a:t>4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65EB6241-EEEB-F44F-C06B-843F1DF25057}"/>
              </a:ext>
            </a:extLst>
          </p:cNvPr>
          <p:cNvSpPr/>
          <p:nvPr/>
        </p:nvSpPr>
        <p:spPr>
          <a:xfrm>
            <a:off x="2470211" y="2011110"/>
            <a:ext cx="1661943" cy="1564295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153A40-59B5-A03D-7B3C-5E64170E316C}"/>
              </a:ext>
            </a:extLst>
          </p:cNvPr>
          <p:cNvSpPr/>
          <p:nvPr/>
        </p:nvSpPr>
        <p:spPr>
          <a:xfrm>
            <a:off x="3934998" y="2332595"/>
            <a:ext cx="1661943" cy="1564295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EC2B6FD-4303-EFE3-A984-7C08DBFD7CFA}"/>
              </a:ext>
            </a:extLst>
          </p:cNvPr>
          <p:cNvSpPr/>
          <p:nvPr/>
        </p:nvSpPr>
        <p:spPr>
          <a:xfrm>
            <a:off x="3801508" y="4071416"/>
            <a:ext cx="1661943" cy="1564295"/>
          </a:xfrm>
          <a:prstGeom prst="ellipse">
            <a:avLst/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302476-00A2-6EA0-31E6-D4ECACE84A4B}"/>
              </a:ext>
            </a:extLst>
          </p:cNvPr>
          <p:cNvSpPr txBox="1"/>
          <p:nvPr/>
        </p:nvSpPr>
        <p:spPr>
          <a:xfrm>
            <a:off x="6998000" y="1975955"/>
            <a:ext cx="4210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Step 2: SA2.1’s accessibility score is calculated by summing centres A and B and applying the same distance weights. 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population of SA2.1 lives in the centroid then Centre A should be more accessible and in demand than Centre B.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SA2.1’s supply/demand is given by: </a:t>
            </a:r>
          </a:p>
          <a:p>
            <a:pPr algn="ctr"/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[Centre A’s supply/demand *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w(d</a:t>
            </a:r>
            <a:r>
              <a:rPr lang="en-A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A,SA2.1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[Centre B’s supply/demand *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w(d</a:t>
            </a:r>
            <a:r>
              <a:rPr lang="en-A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B,SA2.1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05F097-D0F2-03AC-E798-4887863AD02A}"/>
              </a:ext>
            </a:extLst>
          </p:cNvPr>
          <p:cNvCxnSpPr>
            <a:cxnSpLocks/>
          </p:cNvCxnSpPr>
          <p:nvPr/>
        </p:nvCxnSpPr>
        <p:spPr>
          <a:xfrm flipH="1">
            <a:off x="3321208" y="2495684"/>
            <a:ext cx="385447" cy="2608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F199D3-5ADD-FAC7-B98F-CD579B30765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783602" y="2484664"/>
            <a:ext cx="959023" cy="640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DBC0D05-B756-791E-B760-C6F6612F082A}"/>
              </a:ext>
            </a:extLst>
          </p:cNvPr>
          <p:cNvGrpSpPr/>
          <p:nvPr/>
        </p:nvGrpSpPr>
        <p:grpSpPr>
          <a:xfrm>
            <a:off x="3163865" y="2729049"/>
            <a:ext cx="1030514" cy="646331"/>
            <a:chOff x="1532547" y="2725974"/>
            <a:chExt cx="103051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7EB7865-8C69-E7B0-BA5F-D18A7F1679AF}"/>
                    </a:ext>
                  </a:extLst>
                </p:cNvPr>
                <p:cNvSpPr txBox="1"/>
                <p:nvPr/>
              </p:nvSpPr>
              <p:spPr>
                <a:xfrm>
                  <a:off x="1532547" y="2725974"/>
                  <a:ext cx="103051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A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7EB7865-8C69-E7B0-BA5F-D18A7F167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547" y="2725974"/>
                  <a:ext cx="1030514" cy="6463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A7CDA7-4EB2-5E41-01AD-91CFA36A8FCA}"/>
                </a:ext>
              </a:extLst>
            </p:cNvPr>
            <p:cNvSpPr txBox="1"/>
            <p:nvPr/>
          </p:nvSpPr>
          <p:spPr>
            <a:xfrm>
              <a:off x="1669944" y="2868521"/>
              <a:ext cx="7475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A, SA2.1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D74B53-85D0-A0D3-DA54-B9767DD842A5}"/>
              </a:ext>
            </a:extLst>
          </p:cNvPr>
          <p:cNvGrpSpPr/>
          <p:nvPr/>
        </p:nvGrpSpPr>
        <p:grpSpPr>
          <a:xfrm>
            <a:off x="4127417" y="2479164"/>
            <a:ext cx="1030514" cy="646331"/>
            <a:chOff x="1532547" y="2725974"/>
            <a:chExt cx="103051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DF8C77-8D6A-EF8C-CC0E-A0940B50414A}"/>
                    </a:ext>
                  </a:extLst>
                </p:cNvPr>
                <p:cNvSpPr txBox="1"/>
                <p:nvPr/>
              </p:nvSpPr>
              <p:spPr>
                <a:xfrm>
                  <a:off x="1532547" y="2725974"/>
                  <a:ext cx="103051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A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DF8C77-8D6A-EF8C-CC0E-A0940B504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547" y="2725974"/>
                  <a:ext cx="1030514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D4C613E-6BF2-1353-A05D-E95EFE027F1C}"/>
                </a:ext>
              </a:extLst>
            </p:cNvPr>
            <p:cNvSpPr txBox="1"/>
            <p:nvPr/>
          </p:nvSpPr>
          <p:spPr>
            <a:xfrm>
              <a:off x="1669944" y="2868521"/>
              <a:ext cx="7475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B, SA2.1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7B94CE7-90DD-1248-43DA-504FD45095ED}"/>
              </a:ext>
            </a:extLst>
          </p:cNvPr>
          <p:cNvSpPr txBox="1"/>
          <p:nvPr/>
        </p:nvSpPr>
        <p:spPr>
          <a:xfrm>
            <a:off x="2343956" y="1236070"/>
            <a:ext cx="514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with distance decay</a:t>
            </a:r>
          </a:p>
        </p:txBody>
      </p:sp>
    </p:spTree>
    <p:extLst>
      <p:ext uri="{BB962C8B-B14F-4D97-AF65-F5344CB8AC3E}">
        <p14:creationId xmlns:p14="http://schemas.microsoft.com/office/powerpoint/2010/main" val="2050360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D172-7FD6-68D4-DBCB-8DDE4230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0B45-2C5F-DFAE-BE45-4157C614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2SFCA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AF2173-3134-EC93-F171-788725DE430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877854" y="1690688"/>
            <a:ext cx="4014684" cy="3861172"/>
            <a:chOff x="3644248" y="1281495"/>
            <a:chExt cx="4014684" cy="3861172"/>
          </a:xfrm>
          <a:solidFill>
            <a:schemeClr val="bg1"/>
          </a:solidFill>
        </p:grpSpPr>
        <p:sp>
          <p:nvSpPr>
            <p:cNvPr id="3" name="Flowchart: Document 2">
              <a:extLst>
                <a:ext uri="{FF2B5EF4-FFF2-40B4-BE49-F238E27FC236}">
                  <a16:creationId xmlns:a16="http://schemas.microsoft.com/office/drawing/2014/main" id="{E2186945-1725-C365-DE38-C336497FD0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44251" y="1281495"/>
              <a:ext cx="2583013" cy="2029033"/>
            </a:xfrm>
            <a:prstGeom prst="flowChartDocumen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12BBD009-D08A-5919-8303-9A44C60CDE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3644248" y="2607058"/>
              <a:ext cx="2583013" cy="2535608"/>
            </a:xfrm>
            <a:prstGeom prst="flowChartDocumen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9" name="Flowchart: Document 8">
              <a:extLst>
                <a:ext uri="{FF2B5EF4-FFF2-40B4-BE49-F238E27FC236}">
                  <a16:creationId xmlns:a16="http://schemas.microsoft.com/office/drawing/2014/main" id="{ACB8E37D-3F6E-69A3-E8F7-1E4AA978CF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352908" y="1558485"/>
              <a:ext cx="2583013" cy="2029033"/>
            </a:xfrm>
            <a:prstGeom prst="flowChartDocumen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569FE9B7-2702-FC6D-B130-A2FE3FCE07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352909" y="2836644"/>
              <a:ext cx="2583013" cy="2029033"/>
            </a:xfrm>
            <a:prstGeom prst="flowChartDocumen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BEAF6D-5D6A-426A-D0B9-635DE36E1598}"/>
              </a:ext>
            </a:extLst>
          </p:cNvPr>
          <p:cNvSpPr/>
          <p:nvPr/>
        </p:nvSpPr>
        <p:spPr>
          <a:xfrm>
            <a:off x="4351743" y="2756548"/>
            <a:ext cx="66745" cy="734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654881-0187-5AA0-CFA4-B2CBD0812E32}"/>
              </a:ext>
            </a:extLst>
          </p:cNvPr>
          <p:cNvSpPr/>
          <p:nvPr/>
        </p:nvSpPr>
        <p:spPr>
          <a:xfrm>
            <a:off x="5796757" y="4819720"/>
            <a:ext cx="66745" cy="734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129472C-7B3B-34A0-096A-C9EA855CAE3A}"/>
              </a:ext>
            </a:extLst>
          </p:cNvPr>
          <p:cNvSpPr/>
          <p:nvPr/>
        </p:nvSpPr>
        <p:spPr>
          <a:xfrm>
            <a:off x="5830130" y="3114743"/>
            <a:ext cx="66745" cy="734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AEA036-F006-ED38-2DF3-1DF6034F2F49}"/>
              </a:ext>
            </a:extLst>
          </p:cNvPr>
          <p:cNvSpPr/>
          <p:nvPr/>
        </p:nvSpPr>
        <p:spPr>
          <a:xfrm>
            <a:off x="3877853" y="2197364"/>
            <a:ext cx="1134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</a:t>
            </a:r>
            <a:endParaRPr lang="en-GB" sz="2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A28AF4-50C9-E66C-98AA-9641792A86D6}"/>
              </a:ext>
            </a:extLst>
          </p:cNvPr>
          <p:cNvSpPr/>
          <p:nvPr/>
        </p:nvSpPr>
        <p:spPr>
          <a:xfrm>
            <a:off x="5012261" y="3016251"/>
            <a:ext cx="1134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AB53CC-9EF3-80C5-B356-185723BF50A7}"/>
              </a:ext>
            </a:extLst>
          </p:cNvPr>
          <p:cNvSpPr/>
          <p:nvPr/>
        </p:nvSpPr>
        <p:spPr>
          <a:xfrm>
            <a:off x="5022268" y="4569368"/>
            <a:ext cx="1134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endParaRPr lang="en-GB" sz="2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B7DDA2-D3F2-105E-B594-352F13A5DCC5}"/>
              </a:ext>
            </a:extLst>
          </p:cNvPr>
          <p:cNvSpPr/>
          <p:nvPr/>
        </p:nvSpPr>
        <p:spPr>
          <a:xfrm>
            <a:off x="3726138" y="2166604"/>
            <a:ext cx="1317954" cy="1240517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DDA45-FF21-F8EF-811D-0C2CD91C89E8}"/>
              </a:ext>
            </a:extLst>
          </p:cNvPr>
          <p:cNvSpPr/>
          <p:nvPr/>
        </p:nvSpPr>
        <p:spPr>
          <a:xfrm>
            <a:off x="5204526" y="2531194"/>
            <a:ext cx="1317954" cy="1240517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07DA89-76BE-D2F8-931C-217AE0032EE4}"/>
              </a:ext>
            </a:extLst>
          </p:cNvPr>
          <p:cNvSpPr/>
          <p:nvPr/>
        </p:nvSpPr>
        <p:spPr>
          <a:xfrm>
            <a:off x="5171153" y="4199461"/>
            <a:ext cx="1317954" cy="1240517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74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9b4440-5c41-4a30-9b1c-813696206b12">
      <Terms xmlns="http://schemas.microsoft.com/office/infopath/2007/PartnerControls"/>
    </lcf76f155ced4ddcb4097134ff3c332f>
    <TaxCatchAll xmlns="4898b404-def1-4baa-be3b-9a2b00b5c6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E2ADCCC10A6443ABD78B482A971E9B" ma:contentTypeVersion="10" ma:contentTypeDescription="Create a new document." ma:contentTypeScope="" ma:versionID="e627a10def866ce2966504b07b82774c">
  <xsd:schema xmlns:xsd="http://www.w3.org/2001/XMLSchema" xmlns:xs="http://www.w3.org/2001/XMLSchema" xmlns:p="http://schemas.microsoft.com/office/2006/metadata/properties" xmlns:ns2="be9b4440-5c41-4a30-9b1c-813696206b12" xmlns:ns3="4898b404-def1-4baa-be3b-9a2b00b5c609" targetNamespace="http://schemas.microsoft.com/office/2006/metadata/properties" ma:root="true" ma:fieldsID="cfc8b7adacb092f23d082020de509916" ns2:_="" ns3:_="">
    <xsd:import namespace="be9b4440-5c41-4a30-9b1c-813696206b12"/>
    <xsd:import namespace="4898b404-def1-4baa-be3b-9a2b00b5c6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9b4440-5c41-4a30-9b1c-813696206b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8b404-def1-4baa-be3b-9a2b00b5c60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9a1220-5895-45f3-93b1-34268c05ddfd}" ma:internalName="TaxCatchAll" ma:showField="CatchAllData" ma:web="4898b404-def1-4baa-be3b-9a2b00b5c6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93EBD0-CB2F-4224-A93B-F64C2E3FD051}">
  <ds:schemaRefs>
    <ds:schemaRef ds:uri="http://schemas.microsoft.com/office/2006/metadata/properties"/>
    <ds:schemaRef ds:uri="http://schemas.microsoft.com/office/infopath/2007/PartnerControls"/>
    <ds:schemaRef ds:uri="be9b4440-5c41-4a30-9b1c-813696206b12"/>
    <ds:schemaRef ds:uri="4898b404-def1-4baa-be3b-9a2b00b5c609"/>
  </ds:schemaRefs>
</ds:datastoreItem>
</file>

<file path=customXml/itemProps2.xml><?xml version="1.0" encoding="utf-8"?>
<ds:datastoreItem xmlns:ds="http://schemas.openxmlformats.org/officeDocument/2006/customXml" ds:itemID="{FB4AC893-D334-429B-BC55-F05DE86E58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2EA942-FCF9-4457-B7EC-2CD8945AC4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9b4440-5c41-4a30-9b1c-813696206b12"/>
    <ds:schemaRef ds:uri="4898b404-def1-4baa-be3b-9a2b00b5c6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4316</TotalTime>
  <Words>918</Words>
  <Application>Microsoft Office PowerPoint</Application>
  <PresentationFormat>Widescreen</PresentationFormat>
  <Paragraphs>241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Second stage –holding firm decisions fixed</vt:lpstr>
      <vt:lpstr>Second stage –holding firm decisions fixed</vt:lpstr>
      <vt:lpstr>PowerPoint Presentation</vt:lpstr>
      <vt:lpstr>2SFCA</vt:lpstr>
      <vt:lpstr>2SFCA</vt:lpstr>
      <vt:lpstr>2SFCA</vt:lpstr>
      <vt:lpstr>2SFCA</vt:lpstr>
      <vt:lpstr>2SFCA</vt:lpstr>
      <vt:lpstr>2SFCA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Dorothy Hou</dc:creator>
  <cp:lastModifiedBy>Dorothy Hou</cp:lastModifiedBy>
  <cp:revision>1</cp:revision>
  <dcterms:created xsi:type="dcterms:W3CDTF">2026-06-02T08:43:15Z</dcterms:created>
  <dcterms:modified xsi:type="dcterms:W3CDTF">2026-10-18T12:41:58Z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0x010100BFE2ADCCC10A6443ABD78B482A971E9B</vt:lpwstr>
  </property>
  <property fmtid="{D5CDD505-2E9C-101B-9397-08002B2CF9AE}" pid="3" name="MediaServiceImageTags">
    <vt:lpwstr/>
  </property>
</Properties>
</file>